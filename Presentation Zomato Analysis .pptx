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3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4.xml" ContentType="application/vnd.openxmlformats-officedocument.drawingml.chartshape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7" r:id="rId1"/>
  </p:sldMasterIdLst>
  <p:notesMasterIdLst>
    <p:notesMasterId r:id="rId13"/>
  </p:notesMasterIdLst>
  <p:handoutMasterIdLst>
    <p:handoutMasterId r:id="rId14"/>
  </p:handoutMasterIdLst>
  <p:sldIdLst>
    <p:sldId id="257" r:id="rId2"/>
    <p:sldId id="269" r:id="rId3"/>
    <p:sldId id="282" r:id="rId4"/>
    <p:sldId id="283" r:id="rId5"/>
    <p:sldId id="284" r:id="rId6"/>
    <p:sldId id="270" r:id="rId7"/>
    <p:sldId id="286" r:id="rId8"/>
    <p:sldId id="288" r:id="rId9"/>
    <p:sldId id="285" r:id="rId10"/>
    <p:sldId id="287" r:id="rId11"/>
    <p:sldId id="278" r:id="rId12"/>
  </p:sldIdLst>
  <p:sldSz cx="12188825" cy="6858000"/>
  <p:notesSz cx="6858000" cy="91440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1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0000"/>
    <a:srgbClr val="B7B6A7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howGuides="1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5" d="100"/>
          <a:sy n="65" d="100"/>
        </p:scale>
        <p:origin x="2796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83-4D2E-B20A-6D0A5CD49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83-4D2E-B20A-6D0A5CD49B5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83-4D2E-B20A-6D0A5CD49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9815504"/>
        <c:axId val="439804528"/>
      </c:barChart>
      <c:catAx>
        <c:axId val="439815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9804528"/>
        <c:crosses val="autoZero"/>
        <c:auto val="1"/>
        <c:lblAlgn val="ctr"/>
        <c:lblOffset val="100"/>
        <c:noMultiLvlLbl val="0"/>
      </c:catAx>
      <c:valAx>
        <c:axId val="439804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9815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83-4D2E-B20A-6D0A5CD49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83-4D2E-B20A-6D0A5CD49B5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83-4D2E-B20A-6D0A5CD49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9815504"/>
        <c:axId val="439804528"/>
      </c:barChart>
      <c:catAx>
        <c:axId val="439815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9804528"/>
        <c:crosses val="autoZero"/>
        <c:auto val="1"/>
        <c:lblAlgn val="ctr"/>
        <c:lblOffset val="100"/>
        <c:noMultiLvlLbl val="0"/>
      </c:catAx>
      <c:valAx>
        <c:axId val="439804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9815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83-4D2E-B20A-6D0A5CD49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83-4D2E-B20A-6D0A5CD49B5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83-4D2E-B20A-6D0A5CD49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9815504"/>
        <c:axId val="439804528"/>
      </c:barChart>
      <c:catAx>
        <c:axId val="439815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9804528"/>
        <c:crosses val="autoZero"/>
        <c:auto val="1"/>
        <c:lblAlgn val="ctr"/>
        <c:lblOffset val="100"/>
        <c:noMultiLvlLbl val="0"/>
      </c:catAx>
      <c:valAx>
        <c:axId val="439804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9815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83-4D2E-B20A-6D0A5CD49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83-4D2E-B20A-6D0A5CD49B5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83-4D2E-B20A-6D0A5CD49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9815504"/>
        <c:axId val="439804528"/>
      </c:barChart>
      <c:catAx>
        <c:axId val="439815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9804528"/>
        <c:crosses val="autoZero"/>
        <c:auto val="1"/>
        <c:lblAlgn val="ctr"/>
        <c:lblOffset val="100"/>
        <c:noMultiLvlLbl val="0"/>
      </c:catAx>
      <c:valAx>
        <c:axId val="439804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9815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6.sv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12.svg"/><Relationship Id="rId11" Type="http://schemas.openxmlformats.org/officeDocument/2006/relationships/image" Target="../media/image5.png"/><Relationship Id="rId5" Type="http://schemas.openxmlformats.org/officeDocument/2006/relationships/image" Target="../media/image11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Relationship Id="rId1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6.sv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12.svg"/><Relationship Id="rId11" Type="http://schemas.openxmlformats.org/officeDocument/2006/relationships/image" Target="../media/image5.png"/><Relationship Id="rId5" Type="http://schemas.openxmlformats.org/officeDocument/2006/relationships/image" Target="../media/image11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Relationship Id="rId1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C7804D-E499-40B9-8B30-7C0CB1FF3A7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91373D-61B8-45CE-BAEB-C5989EC5A4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Analyze customer ordering patterns to understand preferences, peak hours, and repeat behavior.</a:t>
          </a:r>
        </a:p>
      </dgm:t>
    </dgm:pt>
    <dgm:pt modelId="{768DC214-FBC1-445D-B420-5D32E7F71539}" type="parTrans" cxnId="{BC798F18-E6FA-414E-BA7A-1C0F71376C34}">
      <dgm:prSet/>
      <dgm:spPr/>
      <dgm:t>
        <a:bodyPr/>
        <a:lstStyle/>
        <a:p>
          <a:endParaRPr lang="en-US"/>
        </a:p>
      </dgm:t>
    </dgm:pt>
    <dgm:pt modelId="{A8C75A3F-E69F-42E9-916B-8CDEEF4D3516}" type="sibTrans" cxnId="{BC798F18-E6FA-414E-BA7A-1C0F71376C34}">
      <dgm:prSet/>
      <dgm:spPr/>
      <dgm:t>
        <a:bodyPr/>
        <a:lstStyle/>
        <a:p>
          <a:endParaRPr lang="en-US"/>
        </a:p>
      </dgm:t>
    </dgm:pt>
    <dgm:pt modelId="{828F6367-FBEC-473B-B097-805238988B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track and measure key business KPIs such as sales, revenue, ratings, growth, and customer ratings.</a:t>
          </a:r>
        </a:p>
      </dgm:t>
    </dgm:pt>
    <dgm:pt modelId="{A66D907F-7FCB-422E-A6DE-A38A82E8069B}" type="parTrans" cxnId="{E2A3A28E-BB25-472F-9D7F-1A20A2B032AA}">
      <dgm:prSet/>
      <dgm:spPr/>
      <dgm:t>
        <a:bodyPr/>
        <a:lstStyle/>
        <a:p>
          <a:endParaRPr lang="en-US"/>
        </a:p>
      </dgm:t>
    </dgm:pt>
    <dgm:pt modelId="{1E4A50A1-04A9-498A-983D-E2BFEF4E13C4}" type="sibTrans" cxnId="{E2A3A28E-BB25-472F-9D7F-1A20A2B032AA}">
      <dgm:prSet/>
      <dgm:spPr/>
      <dgm:t>
        <a:bodyPr/>
        <a:lstStyle/>
        <a:p>
          <a:endParaRPr lang="en-US"/>
        </a:p>
      </dgm:t>
    </dgm:pt>
    <dgm:pt modelId="{57192F0E-A851-4743-9452-302B0205A3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 city-wise and cuisine-wise demand to support market expansion decisions.</a:t>
          </a:r>
        </a:p>
      </dgm:t>
    </dgm:pt>
    <dgm:pt modelId="{B6A57E3D-D347-4F55-9278-92FA27B5236B}" type="parTrans" cxnId="{59DDAEF3-3185-400A-848E-F854A77067F2}">
      <dgm:prSet/>
      <dgm:spPr/>
      <dgm:t>
        <a:bodyPr/>
        <a:lstStyle/>
        <a:p>
          <a:endParaRPr lang="en-US"/>
        </a:p>
      </dgm:t>
    </dgm:pt>
    <dgm:pt modelId="{95DD95F4-FB26-49D2-9C7B-E0A0289D713D}" type="sibTrans" cxnId="{59DDAEF3-3185-400A-848E-F854A77067F2}">
      <dgm:prSet/>
      <dgm:spPr/>
      <dgm:t>
        <a:bodyPr/>
        <a:lstStyle/>
        <a:p>
          <a:endParaRPr lang="en-US"/>
        </a:p>
      </dgm:t>
    </dgm:pt>
    <dgm:pt modelId="{6D2CCBF3-E73F-4BC3-BEA4-ECC9715487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design interactive dashboards and reports for quick and easy performance monitoring by stakeholders.</a:t>
          </a:r>
        </a:p>
      </dgm:t>
    </dgm:pt>
    <dgm:pt modelId="{7F3723E9-CA1B-44B8-B264-C8A0D84BB504}" type="parTrans" cxnId="{DB1777AA-5157-44E9-8A56-983D1AC69F28}">
      <dgm:prSet/>
      <dgm:spPr/>
      <dgm:t>
        <a:bodyPr/>
        <a:lstStyle/>
        <a:p>
          <a:endParaRPr lang="en-US"/>
        </a:p>
      </dgm:t>
    </dgm:pt>
    <dgm:pt modelId="{1654BDCA-1D52-40F2-ACF6-F4C8991882FC}" type="sibTrans" cxnId="{DB1777AA-5157-44E9-8A56-983D1AC69F28}">
      <dgm:prSet/>
      <dgm:spPr/>
      <dgm:t>
        <a:bodyPr/>
        <a:lstStyle/>
        <a:p>
          <a:endParaRPr lang="en-US"/>
        </a:p>
      </dgm:t>
    </dgm:pt>
    <dgm:pt modelId="{227A99CF-A416-409B-A51B-3AA2C944E1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Assess the impact of discounts and offers on revenue and customer engagement.</a:t>
          </a:r>
        </a:p>
      </dgm:t>
    </dgm:pt>
    <dgm:pt modelId="{DD71DBA2-1D18-474C-9DAE-12BBE9332698}" type="parTrans" cxnId="{99F3F694-DAC9-43F0-BC09-18EF592733D2}">
      <dgm:prSet/>
      <dgm:spPr/>
      <dgm:t>
        <a:bodyPr/>
        <a:lstStyle/>
        <a:p>
          <a:endParaRPr lang="en-US"/>
        </a:p>
      </dgm:t>
    </dgm:pt>
    <dgm:pt modelId="{0BC979AC-77B2-4CBE-8BEF-48102B600069}" type="sibTrans" cxnId="{99F3F694-DAC9-43F0-BC09-18EF592733D2}">
      <dgm:prSet/>
      <dgm:spPr/>
      <dgm:t>
        <a:bodyPr/>
        <a:lstStyle/>
        <a:p>
          <a:endParaRPr lang="en-US"/>
        </a:p>
      </dgm:t>
    </dgm:pt>
    <dgm:pt modelId="{3E0D60AD-74A7-4BAF-9C08-1E78DA5621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support strategic planning by providing insights on customer behavior, market performance, and profitability.</a:t>
          </a:r>
        </a:p>
      </dgm:t>
    </dgm:pt>
    <dgm:pt modelId="{46297A22-DE2A-428A-B0FB-02AE7748458A}" type="parTrans" cxnId="{84F53DF5-482C-45FF-BE4B-ABA744291B42}">
      <dgm:prSet/>
      <dgm:spPr/>
      <dgm:t>
        <a:bodyPr/>
        <a:lstStyle/>
        <a:p>
          <a:endParaRPr lang="en-US"/>
        </a:p>
      </dgm:t>
    </dgm:pt>
    <dgm:pt modelId="{B0519871-2167-4713-8957-58DE8A6B184B}" type="sibTrans" cxnId="{84F53DF5-482C-45FF-BE4B-ABA744291B42}">
      <dgm:prSet/>
      <dgm:spPr/>
      <dgm:t>
        <a:bodyPr/>
        <a:lstStyle/>
        <a:p>
          <a:endParaRPr lang="en-US"/>
        </a:p>
      </dgm:t>
    </dgm:pt>
    <dgm:pt modelId="{1E076C6A-6A54-499E-84A7-1649275A3980}" type="pres">
      <dgm:prSet presAssocID="{9BC7804D-E499-40B9-8B30-7C0CB1FF3A7D}" presName="root" presStyleCnt="0">
        <dgm:presLayoutVars>
          <dgm:dir/>
          <dgm:resizeHandles val="exact"/>
        </dgm:presLayoutVars>
      </dgm:prSet>
      <dgm:spPr/>
    </dgm:pt>
    <dgm:pt modelId="{5F34B3DD-A00F-4F5C-9BF3-D4456921D52B}" type="pres">
      <dgm:prSet presAssocID="{8691373D-61B8-45CE-BAEB-C5989EC5A4D0}" presName="compNode" presStyleCnt="0"/>
      <dgm:spPr/>
    </dgm:pt>
    <dgm:pt modelId="{C439A063-983E-4808-B319-F7D24BB8F4C8}" type="pres">
      <dgm:prSet presAssocID="{8691373D-61B8-45CE-BAEB-C5989EC5A4D0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E177AF90-EA73-41F5-A7C9-7F084A07541B}" type="pres">
      <dgm:prSet presAssocID="{8691373D-61B8-45CE-BAEB-C5989EC5A4D0}" presName="spaceRect" presStyleCnt="0"/>
      <dgm:spPr/>
    </dgm:pt>
    <dgm:pt modelId="{1128D9D1-CC8D-421C-8C15-05FE20ABD3C0}" type="pres">
      <dgm:prSet presAssocID="{8691373D-61B8-45CE-BAEB-C5989EC5A4D0}" presName="textRect" presStyleLbl="revTx" presStyleIdx="0" presStyleCnt="6">
        <dgm:presLayoutVars>
          <dgm:chMax val="1"/>
          <dgm:chPref val="1"/>
        </dgm:presLayoutVars>
      </dgm:prSet>
      <dgm:spPr/>
    </dgm:pt>
    <dgm:pt modelId="{835440B2-EC70-4058-B1F7-FC764766FF08}" type="pres">
      <dgm:prSet presAssocID="{A8C75A3F-E69F-42E9-916B-8CDEEF4D3516}" presName="sibTrans" presStyleCnt="0"/>
      <dgm:spPr/>
    </dgm:pt>
    <dgm:pt modelId="{227E2CFC-5865-4F08-95CD-C5902C1ED327}" type="pres">
      <dgm:prSet presAssocID="{828F6367-FBEC-473B-B097-805238988BE4}" presName="compNode" presStyleCnt="0"/>
      <dgm:spPr/>
    </dgm:pt>
    <dgm:pt modelId="{94CA5F06-3A7A-4C8E-9789-684A78999C93}" type="pres">
      <dgm:prSet presAssocID="{828F6367-FBEC-473B-B097-805238988BE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FCA6BB57-3593-41CB-9EBE-0E0498BE45F0}" type="pres">
      <dgm:prSet presAssocID="{828F6367-FBEC-473B-B097-805238988BE4}" presName="spaceRect" presStyleCnt="0"/>
      <dgm:spPr/>
    </dgm:pt>
    <dgm:pt modelId="{7610F950-51E5-4815-B306-BC4CBE573433}" type="pres">
      <dgm:prSet presAssocID="{828F6367-FBEC-473B-B097-805238988BE4}" presName="textRect" presStyleLbl="revTx" presStyleIdx="1" presStyleCnt="6">
        <dgm:presLayoutVars>
          <dgm:chMax val="1"/>
          <dgm:chPref val="1"/>
        </dgm:presLayoutVars>
      </dgm:prSet>
      <dgm:spPr/>
    </dgm:pt>
    <dgm:pt modelId="{7B56C6BE-7756-4793-B88B-2C53EE9013CA}" type="pres">
      <dgm:prSet presAssocID="{1E4A50A1-04A9-498A-983D-E2BFEF4E13C4}" presName="sibTrans" presStyleCnt="0"/>
      <dgm:spPr/>
    </dgm:pt>
    <dgm:pt modelId="{99C6DD83-F468-4503-83B4-919CF13EF889}" type="pres">
      <dgm:prSet presAssocID="{57192F0E-A851-4743-9452-302B0205A338}" presName="compNode" presStyleCnt="0"/>
      <dgm:spPr/>
    </dgm:pt>
    <dgm:pt modelId="{E208ECDC-71B8-47B8-9F4F-E31D54CD9E57}" type="pres">
      <dgm:prSet presAssocID="{57192F0E-A851-4743-9452-302B0205A33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2129D47A-2290-4D5C-8EC3-A8B355ADF24F}" type="pres">
      <dgm:prSet presAssocID="{57192F0E-A851-4743-9452-302B0205A338}" presName="spaceRect" presStyleCnt="0"/>
      <dgm:spPr/>
    </dgm:pt>
    <dgm:pt modelId="{1A1AC873-ED4E-4374-99EB-2BECDFA789E3}" type="pres">
      <dgm:prSet presAssocID="{57192F0E-A851-4743-9452-302B0205A338}" presName="textRect" presStyleLbl="revTx" presStyleIdx="2" presStyleCnt="6">
        <dgm:presLayoutVars>
          <dgm:chMax val="1"/>
          <dgm:chPref val="1"/>
        </dgm:presLayoutVars>
      </dgm:prSet>
      <dgm:spPr/>
    </dgm:pt>
    <dgm:pt modelId="{B410FD35-9345-4CD8-B907-3F6CF7902E69}" type="pres">
      <dgm:prSet presAssocID="{95DD95F4-FB26-49D2-9C7B-E0A0289D713D}" presName="sibTrans" presStyleCnt="0"/>
      <dgm:spPr/>
    </dgm:pt>
    <dgm:pt modelId="{5637AD47-C06E-4D34-A522-35CC5DF569D5}" type="pres">
      <dgm:prSet presAssocID="{6D2CCBF3-E73F-4BC3-BEA4-ECC971548783}" presName="compNode" presStyleCnt="0"/>
      <dgm:spPr/>
    </dgm:pt>
    <dgm:pt modelId="{C05E9D78-C73F-4BBB-8B35-D36A664F5384}" type="pres">
      <dgm:prSet presAssocID="{6D2CCBF3-E73F-4BC3-BEA4-ECC97154878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552B2458-8410-4ACE-8690-0E7B999CF9DB}" type="pres">
      <dgm:prSet presAssocID="{6D2CCBF3-E73F-4BC3-BEA4-ECC971548783}" presName="spaceRect" presStyleCnt="0"/>
      <dgm:spPr/>
    </dgm:pt>
    <dgm:pt modelId="{FE523C66-EBE3-4F6C-93C6-9F489223E694}" type="pres">
      <dgm:prSet presAssocID="{6D2CCBF3-E73F-4BC3-BEA4-ECC971548783}" presName="textRect" presStyleLbl="revTx" presStyleIdx="3" presStyleCnt="6">
        <dgm:presLayoutVars>
          <dgm:chMax val="1"/>
          <dgm:chPref val="1"/>
        </dgm:presLayoutVars>
      </dgm:prSet>
      <dgm:spPr/>
    </dgm:pt>
    <dgm:pt modelId="{91C4A739-A0E3-460D-8EA8-3ECC04800E2B}" type="pres">
      <dgm:prSet presAssocID="{1654BDCA-1D52-40F2-ACF6-F4C8991882FC}" presName="sibTrans" presStyleCnt="0"/>
      <dgm:spPr/>
    </dgm:pt>
    <dgm:pt modelId="{6A83012D-C704-4A1E-916E-4182F8F34C47}" type="pres">
      <dgm:prSet presAssocID="{227A99CF-A416-409B-A51B-3AA2C944E1ED}" presName="compNode" presStyleCnt="0"/>
      <dgm:spPr/>
    </dgm:pt>
    <dgm:pt modelId="{8604EBFE-3FF1-4701-8D35-1165FFD752B7}" type="pres">
      <dgm:prSet presAssocID="{227A99CF-A416-409B-A51B-3AA2C944E1E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81DB1BC6-F9AA-4C8A-A41C-796433047D5C}" type="pres">
      <dgm:prSet presAssocID="{227A99CF-A416-409B-A51B-3AA2C944E1ED}" presName="spaceRect" presStyleCnt="0"/>
      <dgm:spPr/>
    </dgm:pt>
    <dgm:pt modelId="{E5215A16-85B0-43B0-83AA-AEF22D16FCD9}" type="pres">
      <dgm:prSet presAssocID="{227A99CF-A416-409B-A51B-3AA2C944E1ED}" presName="textRect" presStyleLbl="revTx" presStyleIdx="4" presStyleCnt="6">
        <dgm:presLayoutVars>
          <dgm:chMax val="1"/>
          <dgm:chPref val="1"/>
        </dgm:presLayoutVars>
      </dgm:prSet>
      <dgm:spPr/>
    </dgm:pt>
    <dgm:pt modelId="{7A90EF96-FA34-4E54-BA2E-108171628963}" type="pres">
      <dgm:prSet presAssocID="{0BC979AC-77B2-4CBE-8BEF-48102B600069}" presName="sibTrans" presStyleCnt="0"/>
      <dgm:spPr/>
    </dgm:pt>
    <dgm:pt modelId="{DE720F3B-5274-4B9C-AB9D-2E372E95F5B7}" type="pres">
      <dgm:prSet presAssocID="{3E0D60AD-74A7-4BAF-9C08-1E78DA5621A9}" presName="compNode" presStyleCnt="0"/>
      <dgm:spPr/>
    </dgm:pt>
    <dgm:pt modelId="{0476691C-84E3-40F0-BF1C-E79A8325A2E6}" type="pres">
      <dgm:prSet presAssocID="{3E0D60AD-74A7-4BAF-9C08-1E78DA5621A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58C86FF3-F201-45E5-9A59-C4D6D8F55C6B}" type="pres">
      <dgm:prSet presAssocID="{3E0D60AD-74A7-4BAF-9C08-1E78DA5621A9}" presName="spaceRect" presStyleCnt="0"/>
      <dgm:spPr/>
    </dgm:pt>
    <dgm:pt modelId="{B8C0ECFA-F4BB-4897-B7FA-476F0A24C386}" type="pres">
      <dgm:prSet presAssocID="{3E0D60AD-74A7-4BAF-9C08-1E78DA5621A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C798F18-E6FA-414E-BA7A-1C0F71376C34}" srcId="{9BC7804D-E499-40B9-8B30-7C0CB1FF3A7D}" destId="{8691373D-61B8-45CE-BAEB-C5989EC5A4D0}" srcOrd="0" destOrd="0" parTransId="{768DC214-FBC1-445D-B420-5D32E7F71539}" sibTransId="{A8C75A3F-E69F-42E9-916B-8CDEEF4D3516}"/>
    <dgm:cxn modelId="{24DDD81F-845A-4AEC-B586-78BB3E364F32}" type="presOf" srcId="{227A99CF-A416-409B-A51B-3AA2C944E1ED}" destId="{E5215A16-85B0-43B0-83AA-AEF22D16FCD9}" srcOrd="0" destOrd="0" presId="urn:microsoft.com/office/officeart/2018/2/layout/IconLabelList"/>
    <dgm:cxn modelId="{F6606838-E32F-45A3-B199-C12FDA1ADB3F}" type="presOf" srcId="{9BC7804D-E499-40B9-8B30-7C0CB1FF3A7D}" destId="{1E076C6A-6A54-499E-84A7-1649275A3980}" srcOrd="0" destOrd="0" presId="urn:microsoft.com/office/officeart/2018/2/layout/IconLabelList"/>
    <dgm:cxn modelId="{4D91E53D-BACD-4D44-8809-456C76347DFC}" type="presOf" srcId="{57192F0E-A851-4743-9452-302B0205A338}" destId="{1A1AC873-ED4E-4374-99EB-2BECDFA789E3}" srcOrd="0" destOrd="0" presId="urn:microsoft.com/office/officeart/2018/2/layout/IconLabelList"/>
    <dgm:cxn modelId="{16B40473-A456-4925-B1DE-AF69528C34C4}" type="presOf" srcId="{828F6367-FBEC-473B-B097-805238988BE4}" destId="{7610F950-51E5-4815-B306-BC4CBE573433}" srcOrd="0" destOrd="0" presId="urn:microsoft.com/office/officeart/2018/2/layout/IconLabelList"/>
    <dgm:cxn modelId="{204ABA8C-A1DF-41D2-8017-D34375B9D604}" type="presOf" srcId="{3E0D60AD-74A7-4BAF-9C08-1E78DA5621A9}" destId="{B8C0ECFA-F4BB-4897-B7FA-476F0A24C386}" srcOrd="0" destOrd="0" presId="urn:microsoft.com/office/officeart/2018/2/layout/IconLabelList"/>
    <dgm:cxn modelId="{E2A3A28E-BB25-472F-9D7F-1A20A2B032AA}" srcId="{9BC7804D-E499-40B9-8B30-7C0CB1FF3A7D}" destId="{828F6367-FBEC-473B-B097-805238988BE4}" srcOrd="1" destOrd="0" parTransId="{A66D907F-7FCB-422E-A6DE-A38A82E8069B}" sibTransId="{1E4A50A1-04A9-498A-983D-E2BFEF4E13C4}"/>
    <dgm:cxn modelId="{99F3F694-DAC9-43F0-BC09-18EF592733D2}" srcId="{9BC7804D-E499-40B9-8B30-7C0CB1FF3A7D}" destId="{227A99CF-A416-409B-A51B-3AA2C944E1ED}" srcOrd="4" destOrd="0" parTransId="{DD71DBA2-1D18-474C-9DAE-12BBE9332698}" sibTransId="{0BC979AC-77B2-4CBE-8BEF-48102B600069}"/>
    <dgm:cxn modelId="{DB1777AA-5157-44E9-8A56-983D1AC69F28}" srcId="{9BC7804D-E499-40B9-8B30-7C0CB1FF3A7D}" destId="{6D2CCBF3-E73F-4BC3-BEA4-ECC971548783}" srcOrd="3" destOrd="0" parTransId="{7F3723E9-CA1B-44B8-B264-C8A0D84BB504}" sibTransId="{1654BDCA-1D52-40F2-ACF6-F4C8991882FC}"/>
    <dgm:cxn modelId="{AF5133AC-F39A-4DD7-A52A-33CA74AD7E32}" type="presOf" srcId="{8691373D-61B8-45CE-BAEB-C5989EC5A4D0}" destId="{1128D9D1-CC8D-421C-8C15-05FE20ABD3C0}" srcOrd="0" destOrd="0" presId="urn:microsoft.com/office/officeart/2018/2/layout/IconLabelList"/>
    <dgm:cxn modelId="{EEADCEC4-C4C6-4D0E-94ED-6E67B15FE6B5}" type="presOf" srcId="{6D2CCBF3-E73F-4BC3-BEA4-ECC971548783}" destId="{FE523C66-EBE3-4F6C-93C6-9F489223E694}" srcOrd="0" destOrd="0" presId="urn:microsoft.com/office/officeart/2018/2/layout/IconLabelList"/>
    <dgm:cxn modelId="{59DDAEF3-3185-400A-848E-F854A77067F2}" srcId="{9BC7804D-E499-40B9-8B30-7C0CB1FF3A7D}" destId="{57192F0E-A851-4743-9452-302B0205A338}" srcOrd="2" destOrd="0" parTransId="{B6A57E3D-D347-4F55-9278-92FA27B5236B}" sibTransId="{95DD95F4-FB26-49D2-9C7B-E0A0289D713D}"/>
    <dgm:cxn modelId="{84F53DF5-482C-45FF-BE4B-ABA744291B42}" srcId="{9BC7804D-E499-40B9-8B30-7C0CB1FF3A7D}" destId="{3E0D60AD-74A7-4BAF-9C08-1E78DA5621A9}" srcOrd="5" destOrd="0" parTransId="{46297A22-DE2A-428A-B0FB-02AE7748458A}" sibTransId="{B0519871-2167-4713-8957-58DE8A6B184B}"/>
    <dgm:cxn modelId="{A5B69D54-5AA1-446B-9DB3-EC64057B297B}" type="presParOf" srcId="{1E076C6A-6A54-499E-84A7-1649275A3980}" destId="{5F34B3DD-A00F-4F5C-9BF3-D4456921D52B}" srcOrd="0" destOrd="0" presId="urn:microsoft.com/office/officeart/2018/2/layout/IconLabelList"/>
    <dgm:cxn modelId="{CD54BED5-83E3-4BDF-BD16-34832558C4B1}" type="presParOf" srcId="{5F34B3DD-A00F-4F5C-9BF3-D4456921D52B}" destId="{C439A063-983E-4808-B319-F7D24BB8F4C8}" srcOrd="0" destOrd="0" presId="urn:microsoft.com/office/officeart/2018/2/layout/IconLabelList"/>
    <dgm:cxn modelId="{AB6B621E-D488-4232-B4C8-B52B9A475518}" type="presParOf" srcId="{5F34B3DD-A00F-4F5C-9BF3-D4456921D52B}" destId="{E177AF90-EA73-41F5-A7C9-7F084A07541B}" srcOrd="1" destOrd="0" presId="urn:microsoft.com/office/officeart/2018/2/layout/IconLabelList"/>
    <dgm:cxn modelId="{FE2CBA84-A7E5-476B-80AC-8AD599774271}" type="presParOf" srcId="{5F34B3DD-A00F-4F5C-9BF3-D4456921D52B}" destId="{1128D9D1-CC8D-421C-8C15-05FE20ABD3C0}" srcOrd="2" destOrd="0" presId="urn:microsoft.com/office/officeart/2018/2/layout/IconLabelList"/>
    <dgm:cxn modelId="{31463B65-DB52-4D01-9A81-416B84AE7D56}" type="presParOf" srcId="{1E076C6A-6A54-499E-84A7-1649275A3980}" destId="{835440B2-EC70-4058-B1F7-FC764766FF08}" srcOrd="1" destOrd="0" presId="urn:microsoft.com/office/officeart/2018/2/layout/IconLabelList"/>
    <dgm:cxn modelId="{BF72ADA4-F982-4917-830B-975B4FB04B98}" type="presParOf" srcId="{1E076C6A-6A54-499E-84A7-1649275A3980}" destId="{227E2CFC-5865-4F08-95CD-C5902C1ED327}" srcOrd="2" destOrd="0" presId="urn:microsoft.com/office/officeart/2018/2/layout/IconLabelList"/>
    <dgm:cxn modelId="{3370844C-B8F0-4BCA-9F98-FD18C1D66DFD}" type="presParOf" srcId="{227E2CFC-5865-4F08-95CD-C5902C1ED327}" destId="{94CA5F06-3A7A-4C8E-9789-684A78999C93}" srcOrd="0" destOrd="0" presId="urn:microsoft.com/office/officeart/2018/2/layout/IconLabelList"/>
    <dgm:cxn modelId="{3F21A85E-36F7-4459-B425-C0919BF32782}" type="presParOf" srcId="{227E2CFC-5865-4F08-95CD-C5902C1ED327}" destId="{FCA6BB57-3593-41CB-9EBE-0E0498BE45F0}" srcOrd="1" destOrd="0" presId="urn:microsoft.com/office/officeart/2018/2/layout/IconLabelList"/>
    <dgm:cxn modelId="{BE18FD0A-645A-44D5-99AB-DC3151067CB9}" type="presParOf" srcId="{227E2CFC-5865-4F08-95CD-C5902C1ED327}" destId="{7610F950-51E5-4815-B306-BC4CBE573433}" srcOrd="2" destOrd="0" presId="urn:microsoft.com/office/officeart/2018/2/layout/IconLabelList"/>
    <dgm:cxn modelId="{0058249A-979D-4AD8-8F2C-41C30E82FDD7}" type="presParOf" srcId="{1E076C6A-6A54-499E-84A7-1649275A3980}" destId="{7B56C6BE-7756-4793-B88B-2C53EE9013CA}" srcOrd="3" destOrd="0" presId="urn:microsoft.com/office/officeart/2018/2/layout/IconLabelList"/>
    <dgm:cxn modelId="{D2D28BE3-E2E8-422B-9CA4-CB6C2A542304}" type="presParOf" srcId="{1E076C6A-6A54-499E-84A7-1649275A3980}" destId="{99C6DD83-F468-4503-83B4-919CF13EF889}" srcOrd="4" destOrd="0" presId="urn:microsoft.com/office/officeart/2018/2/layout/IconLabelList"/>
    <dgm:cxn modelId="{001E0DF1-D1DA-4245-89BE-F1630C251CAA}" type="presParOf" srcId="{99C6DD83-F468-4503-83B4-919CF13EF889}" destId="{E208ECDC-71B8-47B8-9F4F-E31D54CD9E57}" srcOrd="0" destOrd="0" presId="urn:microsoft.com/office/officeart/2018/2/layout/IconLabelList"/>
    <dgm:cxn modelId="{6F59C3D9-F5D8-4AF1-96BC-ABA7A624EC8E}" type="presParOf" srcId="{99C6DD83-F468-4503-83B4-919CF13EF889}" destId="{2129D47A-2290-4D5C-8EC3-A8B355ADF24F}" srcOrd="1" destOrd="0" presId="urn:microsoft.com/office/officeart/2018/2/layout/IconLabelList"/>
    <dgm:cxn modelId="{1A8A9930-C3F9-4914-BA60-3EEF06FC80E0}" type="presParOf" srcId="{99C6DD83-F468-4503-83B4-919CF13EF889}" destId="{1A1AC873-ED4E-4374-99EB-2BECDFA789E3}" srcOrd="2" destOrd="0" presId="urn:microsoft.com/office/officeart/2018/2/layout/IconLabelList"/>
    <dgm:cxn modelId="{9AA58C87-C0DA-47EA-A632-8D785E6194C1}" type="presParOf" srcId="{1E076C6A-6A54-499E-84A7-1649275A3980}" destId="{B410FD35-9345-4CD8-B907-3F6CF7902E69}" srcOrd="5" destOrd="0" presId="urn:microsoft.com/office/officeart/2018/2/layout/IconLabelList"/>
    <dgm:cxn modelId="{1D42F20A-3AC7-4339-B127-957E2D8F8B76}" type="presParOf" srcId="{1E076C6A-6A54-499E-84A7-1649275A3980}" destId="{5637AD47-C06E-4D34-A522-35CC5DF569D5}" srcOrd="6" destOrd="0" presId="urn:microsoft.com/office/officeart/2018/2/layout/IconLabelList"/>
    <dgm:cxn modelId="{28597CDB-0DA8-40F8-89F6-A146BEE16C10}" type="presParOf" srcId="{5637AD47-C06E-4D34-A522-35CC5DF569D5}" destId="{C05E9D78-C73F-4BBB-8B35-D36A664F5384}" srcOrd="0" destOrd="0" presId="urn:microsoft.com/office/officeart/2018/2/layout/IconLabelList"/>
    <dgm:cxn modelId="{19D08DBC-0BE7-4279-A137-F1C9AB81AA53}" type="presParOf" srcId="{5637AD47-C06E-4D34-A522-35CC5DF569D5}" destId="{552B2458-8410-4ACE-8690-0E7B999CF9DB}" srcOrd="1" destOrd="0" presId="urn:microsoft.com/office/officeart/2018/2/layout/IconLabelList"/>
    <dgm:cxn modelId="{126E35A4-902D-443D-B33C-C439441E353C}" type="presParOf" srcId="{5637AD47-C06E-4D34-A522-35CC5DF569D5}" destId="{FE523C66-EBE3-4F6C-93C6-9F489223E694}" srcOrd="2" destOrd="0" presId="urn:microsoft.com/office/officeart/2018/2/layout/IconLabelList"/>
    <dgm:cxn modelId="{24153FB3-152A-4BEA-9CA7-3C3E9B7D4C98}" type="presParOf" srcId="{1E076C6A-6A54-499E-84A7-1649275A3980}" destId="{91C4A739-A0E3-460D-8EA8-3ECC04800E2B}" srcOrd="7" destOrd="0" presId="urn:microsoft.com/office/officeart/2018/2/layout/IconLabelList"/>
    <dgm:cxn modelId="{1F209A09-CE53-45C5-B779-C0C31D87E3C1}" type="presParOf" srcId="{1E076C6A-6A54-499E-84A7-1649275A3980}" destId="{6A83012D-C704-4A1E-916E-4182F8F34C47}" srcOrd="8" destOrd="0" presId="urn:microsoft.com/office/officeart/2018/2/layout/IconLabelList"/>
    <dgm:cxn modelId="{E86D841E-CFB8-4F21-89DF-CE8AC93C63A7}" type="presParOf" srcId="{6A83012D-C704-4A1E-916E-4182F8F34C47}" destId="{8604EBFE-3FF1-4701-8D35-1165FFD752B7}" srcOrd="0" destOrd="0" presId="urn:microsoft.com/office/officeart/2018/2/layout/IconLabelList"/>
    <dgm:cxn modelId="{9D8ADFBC-B54A-4D4A-9DB8-10DF9035F2AD}" type="presParOf" srcId="{6A83012D-C704-4A1E-916E-4182F8F34C47}" destId="{81DB1BC6-F9AA-4C8A-A41C-796433047D5C}" srcOrd="1" destOrd="0" presId="urn:microsoft.com/office/officeart/2018/2/layout/IconLabelList"/>
    <dgm:cxn modelId="{4D9771E5-B725-4B08-B12E-E1232DC72628}" type="presParOf" srcId="{6A83012D-C704-4A1E-916E-4182F8F34C47}" destId="{E5215A16-85B0-43B0-83AA-AEF22D16FCD9}" srcOrd="2" destOrd="0" presId="urn:microsoft.com/office/officeart/2018/2/layout/IconLabelList"/>
    <dgm:cxn modelId="{0A7D0A23-F61D-445B-A32F-C51F8EBC205D}" type="presParOf" srcId="{1E076C6A-6A54-499E-84A7-1649275A3980}" destId="{7A90EF96-FA34-4E54-BA2E-108171628963}" srcOrd="9" destOrd="0" presId="urn:microsoft.com/office/officeart/2018/2/layout/IconLabelList"/>
    <dgm:cxn modelId="{A1BF2081-57ED-4531-B4BA-12B2C40BA0D5}" type="presParOf" srcId="{1E076C6A-6A54-499E-84A7-1649275A3980}" destId="{DE720F3B-5274-4B9C-AB9D-2E372E95F5B7}" srcOrd="10" destOrd="0" presId="urn:microsoft.com/office/officeart/2018/2/layout/IconLabelList"/>
    <dgm:cxn modelId="{1D5CB3CA-3BB4-466F-A516-96E7EF5EF1BD}" type="presParOf" srcId="{DE720F3B-5274-4B9C-AB9D-2E372E95F5B7}" destId="{0476691C-84E3-40F0-BF1C-E79A8325A2E6}" srcOrd="0" destOrd="0" presId="urn:microsoft.com/office/officeart/2018/2/layout/IconLabelList"/>
    <dgm:cxn modelId="{AE6C20AF-3907-4CB0-82D2-65893454ADAC}" type="presParOf" srcId="{DE720F3B-5274-4B9C-AB9D-2E372E95F5B7}" destId="{58C86FF3-F201-45E5-9A59-C4D6D8F55C6B}" srcOrd="1" destOrd="0" presId="urn:microsoft.com/office/officeart/2018/2/layout/IconLabelList"/>
    <dgm:cxn modelId="{555215F2-8320-484D-B5FD-34E90E648298}" type="presParOf" srcId="{DE720F3B-5274-4B9C-AB9D-2E372E95F5B7}" destId="{B8C0ECFA-F4BB-4897-B7FA-476F0A24C38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ADCDAA-7DF6-41D6-878B-00A2B297EB1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C4A1AD-5A08-44FD-B3A1-302052AD6AA2}">
      <dgm:prSet/>
      <dgm:spPr/>
      <dgm:t>
        <a:bodyPr/>
        <a:lstStyle/>
        <a:p>
          <a:pPr algn="l"/>
          <a:r>
            <a:rPr lang="en-US" dirty="0"/>
            <a:t>Extracted raw data from Excel/CSV sources and loaded it into Excel, Tableau, and Power BI for analysis.</a:t>
          </a:r>
        </a:p>
      </dgm:t>
    </dgm:pt>
    <dgm:pt modelId="{F3475BFF-CB22-4955-B9F8-2C35EC25FA36}" type="parTrans" cxnId="{BB0D3996-A757-4F4E-9886-B6A026A6D63C}">
      <dgm:prSet/>
      <dgm:spPr/>
      <dgm:t>
        <a:bodyPr/>
        <a:lstStyle/>
        <a:p>
          <a:pPr algn="l"/>
          <a:endParaRPr lang="en-US"/>
        </a:p>
      </dgm:t>
    </dgm:pt>
    <dgm:pt modelId="{E7408F39-C548-4CD8-8B56-3BE6BB572984}" type="sibTrans" cxnId="{BB0D3996-A757-4F4E-9886-B6A026A6D63C}">
      <dgm:prSet/>
      <dgm:spPr/>
      <dgm:t>
        <a:bodyPr/>
        <a:lstStyle/>
        <a:p>
          <a:pPr algn="l"/>
          <a:endParaRPr lang="en-US"/>
        </a:p>
      </dgm:t>
    </dgm:pt>
    <dgm:pt modelId="{4A7BD7BF-6099-4EB0-9EEB-00659098D955}">
      <dgm:prSet/>
      <dgm:spPr/>
      <dgm:t>
        <a:bodyPr/>
        <a:lstStyle/>
        <a:p>
          <a:pPr algn="l"/>
          <a:r>
            <a:rPr lang="en-US"/>
            <a:t>Cleaned data by removing duplicates, handling missing values, and correcting data types using Excel and Power Query.</a:t>
          </a:r>
        </a:p>
      </dgm:t>
    </dgm:pt>
    <dgm:pt modelId="{621B3DAA-3A01-4506-B40F-7FBFA30C736D}" type="parTrans" cxnId="{E8BE6E43-78A6-4898-AAA6-D618965EC76B}">
      <dgm:prSet/>
      <dgm:spPr/>
      <dgm:t>
        <a:bodyPr/>
        <a:lstStyle/>
        <a:p>
          <a:pPr algn="l"/>
          <a:endParaRPr lang="en-US"/>
        </a:p>
      </dgm:t>
    </dgm:pt>
    <dgm:pt modelId="{C26BA230-A8A9-4299-8B64-2F87B23C596F}" type="sibTrans" cxnId="{E8BE6E43-78A6-4898-AAA6-D618965EC76B}">
      <dgm:prSet/>
      <dgm:spPr/>
      <dgm:t>
        <a:bodyPr/>
        <a:lstStyle/>
        <a:p>
          <a:pPr algn="l"/>
          <a:endParaRPr lang="en-US"/>
        </a:p>
      </dgm:t>
    </dgm:pt>
    <dgm:pt modelId="{6BA5DF8A-1BDE-4A32-94B7-12CB1CE94E2B}">
      <dgm:prSet/>
      <dgm:spPr/>
      <dgm:t>
        <a:bodyPr/>
        <a:lstStyle/>
        <a:p>
          <a:pPr algn="l"/>
          <a:r>
            <a:rPr lang="en-US"/>
            <a:t>Transformed data by standardizing fields (dates, city, category, ratings) and creating derived columns (Month, Year, Financial Month).</a:t>
          </a:r>
        </a:p>
      </dgm:t>
    </dgm:pt>
    <dgm:pt modelId="{6C10C953-A9B9-4D97-A0CA-80ECD25CDFC8}" type="parTrans" cxnId="{2F47FBB6-8055-4C4E-96D2-DE58FA6650AE}">
      <dgm:prSet/>
      <dgm:spPr/>
      <dgm:t>
        <a:bodyPr/>
        <a:lstStyle/>
        <a:p>
          <a:pPr algn="l"/>
          <a:endParaRPr lang="en-US"/>
        </a:p>
      </dgm:t>
    </dgm:pt>
    <dgm:pt modelId="{5CC207B0-1CFE-4369-872D-E08EF09F1646}" type="sibTrans" cxnId="{2F47FBB6-8055-4C4E-96D2-DE58FA6650AE}">
      <dgm:prSet/>
      <dgm:spPr/>
      <dgm:t>
        <a:bodyPr/>
        <a:lstStyle/>
        <a:p>
          <a:pPr algn="l"/>
          <a:endParaRPr lang="en-US"/>
        </a:p>
      </dgm:t>
    </dgm:pt>
    <dgm:pt modelId="{69FEABD0-521B-44A7-9714-471B1953AADE}">
      <dgm:prSet/>
      <dgm:spPr/>
      <dgm:t>
        <a:bodyPr/>
        <a:lstStyle/>
        <a:p>
          <a:pPr algn="l"/>
          <a:r>
            <a:rPr lang="en-US"/>
            <a:t>Built calculated measures using Excel formulas, Tableau calculated fields, and Power BI DAX for KPI calculations.</a:t>
          </a:r>
        </a:p>
      </dgm:t>
    </dgm:pt>
    <dgm:pt modelId="{18EA9C7E-B306-4C09-B5B4-871614020619}" type="parTrans" cxnId="{4EEE5B70-4E75-401F-B35E-DFF497E6BDFC}">
      <dgm:prSet/>
      <dgm:spPr/>
      <dgm:t>
        <a:bodyPr/>
        <a:lstStyle/>
        <a:p>
          <a:pPr algn="l"/>
          <a:endParaRPr lang="en-US"/>
        </a:p>
      </dgm:t>
    </dgm:pt>
    <dgm:pt modelId="{D80F6325-F1CD-4ECD-8700-DEB6EAEB16B6}" type="sibTrans" cxnId="{4EEE5B70-4E75-401F-B35E-DFF497E6BDFC}">
      <dgm:prSet/>
      <dgm:spPr/>
      <dgm:t>
        <a:bodyPr/>
        <a:lstStyle/>
        <a:p>
          <a:pPr algn="l"/>
          <a:endParaRPr lang="en-US"/>
        </a:p>
      </dgm:t>
    </dgm:pt>
    <dgm:pt modelId="{44BD353D-E949-4139-A5F6-A6E102EA51B8}">
      <dgm:prSet/>
      <dgm:spPr/>
      <dgm:t>
        <a:bodyPr/>
        <a:lstStyle/>
        <a:p>
          <a:pPr algn="l"/>
          <a:r>
            <a:rPr lang="en-US"/>
            <a:t>Loaded transformed data into dashboards and created relationships between tables for accurate analysis.</a:t>
          </a:r>
        </a:p>
      </dgm:t>
    </dgm:pt>
    <dgm:pt modelId="{1FB0B73A-470B-4AB2-8168-0E950706DCAD}" type="parTrans" cxnId="{04AE2303-6BA4-49F8-A4E1-0D5E296FC0EA}">
      <dgm:prSet/>
      <dgm:spPr/>
      <dgm:t>
        <a:bodyPr/>
        <a:lstStyle/>
        <a:p>
          <a:pPr algn="l"/>
          <a:endParaRPr lang="en-US"/>
        </a:p>
      </dgm:t>
    </dgm:pt>
    <dgm:pt modelId="{19F26A3C-8B81-452F-B431-1A1AA65FDE6A}" type="sibTrans" cxnId="{04AE2303-6BA4-49F8-A4E1-0D5E296FC0EA}">
      <dgm:prSet/>
      <dgm:spPr/>
      <dgm:t>
        <a:bodyPr/>
        <a:lstStyle/>
        <a:p>
          <a:pPr algn="l"/>
          <a:endParaRPr lang="en-US"/>
        </a:p>
      </dgm:t>
    </dgm:pt>
    <dgm:pt modelId="{5B89E10F-5AA9-43A4-B431-D4EF68D7169F}">
      <dgm:prSet/>
      <dgm:spPr/>
      <dgm:t>
        <a:bodyPr/>
        <a:lstStyle/>
        <a:p>
          <a:pPr algn="l"/>
          <a:r>
            <a:rPr lang="en-US"/>
            <a:t>Developed interactive dashboards with filters and KPIs to deliver actionable business insights.</a:t>
          </a:r>
        </a:p>
      </dgm:t>
    </dgm:pt>
    <dgm:pt modelId="{035C85F0-38DC-4CFB-8B69-A92E37ECE71D}" type="parTrans" cxnId="{A52D7B9F-2E04-49C6-AFEA-5EE581A7C841}">
      <dgm:prSet/>
      <dgm:spPr/>
      <dgm:t>
        <a:bodyPr/>
        <a:lstStyle/>
        <a:p>
          <a:pPr algn="l"/>
          <a:endParaRPr lang="en-US"/>
        </a:p>
      </dgm:t>
    </dgm:pt>
    <dgm:pt modelId="{CCA2C525-80BF-41D3-812A-B2BD5DD05001}" type="sibTrans" cxnId="{A52D7B9F-2E04-49C6-AFEA-5EE581A7C841}">
      <dgm:prSet/>
      <dgm:spPr/>
      <dgm:t>
        <a:bodyPr/>
        <a:lstStyle/>
        <a:p>
          <a:pPr algn="l"/>
          <a:endParaRPr lang="en-US"/>
        </a:p>
      </dgm:t>
    </dgm:pt>
    <dgm:pt modelId="{BF55FD4F-5FB3-47E5-ACB2-AF191D5A6C15}" type="pres">
      <dgm:prSet presAssocID="{5BADCDAA-7DF6-41D6-878B-00A2B297EB10}" presName="Name0" presStyleCnt="0">
        <dgm:presLayoutVars>
          <dgm:dir/>
          <dgm:resizeHandles val="exact"/>
        </dgm:presLayoutVars>
      </dgm:prSet>
      <dgm:spPr/>
    </dgm:pt>
    <dgm:pt modelId="{C1FCF9EE-E198-4FF6-A3E0-69CC48A430C7}" type="pres">
      <dgm:prSet presAssocID="{A2C4A1AD-5A08-44FD-B3A1-302052AD6AA2}" presName="node" presStyleLbl="node1" presStyleIdx="0" presStyleCnt="6">
        <dgm:presLayoutVars>
          <dgm:bulletEnabled val="1"/>
        </dgm:presLayoutVars>
      </dgm:prSet>
      <dgm:spPr/>
    </dgm:pt>
    <dgm:pt modelId="{8CC5361F-84BE-42FE-891F-98B523AE9844}" type="pres">
      <dgm:prSet presAssocID="{E7408F39-C548-4CD8-8B56-3BE6BB572984}" presName="sibTrans" presStyleLbl="sibTrans1D1" presStyleIdx="0" presStyleCnt="5"/>
      <dgm:spPr/>
    </dgm:pt>
    <dgm:pt modelId="{32045016-E9D0-4E45-B8BB-4BBF59BB9501}" type="pres">
      <dgm:prSet presAssocID="{E7408F39-C548-4CD8-8B56-3BE6BB572984}" presName="connectorText" presStyleLbl="sibTrans1D1" presStyleIdx="0" presStyleCnt="5"/>
      <dgm:spPr/>
    </dgm:pt>
    <dgm:pt modelId="{6186A406-C09C-4F7D-A611-539E1928603E}" type="pres">
      <dgm:prSet presAssocID="{4A7BD7BF-6099-4EB0-9EEB-00659098D955}" presName="node" presStyleLbl="node1" presStyleIdx="1" presStyleCnt="6">
        <dgm:presLayoutVars>
          <dgm:bulletEnabled val="1"/>
        </dgm:presLayoutVars>
      </dgm:prSet>
      <dgm:spPr/>
    </dgm:pt>
    <dgm:pt modelId="{4C51296E-8A05-47C5-810D-D0A956AF7187}" type="pres">
      <dgm:prSet presAssocID="{C26BA230-A8A9-4299-8B64-2F87B23C596F}" presName="sibTrans" presStyleLbl="sibTrans1D1" presStyleIdx="1" presStyleCnt="5"/>
      <dgm:spPr/>
    </dgm:pt>
    <dgm:pt modelId="{044ACE67-A16C-414B-8AC3-F6720A7CC979}" type="pres">
      <dgm:prSet presAssocID="{C26BA230-A8A9-4299-8B64-2F87B23C596F}" presName="connectorText" presStyleLbl="sibTrans1D1" presStyleIdx="1" presStyleCnt="5"/>
      <dgm:spPr/>
    </dgm:pt>
    <dgm:pt modelId="{BC2C18FB-AF75-4515-BC71-F33A6B78C9BB}" type="pres">
      <dgm:prSet presAssocID="{6BA5DF8A-1BDE-4A32-94B7-12CB1CE94E2B}" presName="node" presStyleLbl="node1" presStyleIdx="2" presStyleCnt="6">
        <dgm:presLayoutVars>
          <dgm:bulletEnabled val="1"/>
        </dgm:presLayoutVars>
      </dgm:prSet>
      <dgm:spPr/>
    </dgm:pt>
    <dgm:pt modelId="{D39FAA7F-0327-493E-BC74-A4F4D8585E56}" type="pres">
      <dgm:prSet presAssocID="{5CC207B0-1CFE-4369-872D-E08EF09F1646}" presName="sibTrans" presStyleLbl="sibTrans1D1" presStyleIdx="2" presStyleCnt="5"/>
      <dgm:spPr/>
    </dgm:pt>
    <dgm:pt modelId="{2E9493CE-F4A9-47B0-B79C-318BD5441F81}" type="pres">
      <dgm:prSet presAssocID="{5CC207B0-1CFE-4369-872D-E08EF09F1646}" presName="connectorText" presStyleLbl="sibTrans1D1" presStyleIdx="2" presStyleCnt="5"/>
      <dgm:spPr/>
    </dgm:pt>
    <dgm:pt modelId="{BAB7CB21-6BE5-453C-84D7-8A1F4490B702}" type="pres">
      <dgm:prSet presAssocID="{69FEABD0-521B-44A7-9714-471B1953AADE}" presName="node" presStyleLbl="node1" presStyleIdx="3" presStyleCnt="6">
        <dgm:presLayoutVars>
          <dgm:bulletEnabled val="1"/>
        </dgm:presLayoutVars>
      </dgm:prSet>
      <dgm:spPr/>
    </dgm:pt>
    <dgm:pt modelId="{75DBD286-5697-4394-A2DD-D0E62D75635A}" type="pres">
      <dgm:prSet presAssocID="{D80F6325-F1CD-4ECD-8700-DEB6EAEB16B6}" presName="sibTrans" presStyleLbl="sibTrans1D1" presStyleIdx="3" presStyleCnt="5"/>
      <dgm:spPr/>
    </dgm:pt>
    <dgm:pt modelId="{B9D3FADF-AC77-46DE-A1CE-2820712AC5C2}" type="pres">
      <dgm:prSet presAssocID="{D80F6325-F1CD-4ECD-8700-DEB6EAEB16B6}" presName="connectorText" presStyleLbl="sibTrans1D1" presStyleIdx="3" presStyleCnt="5"/>
      <dgm:spPr/>
    </dgm:pt>
    <dgm:pt modelId="{E2CB6674-83A0-4AF0-BE1B-B17939B1FAC3}" type="pres">
      <dgm:prSet presAssocID="{44BD353D-E949-4139-A5F6-A6E102EA51B8}" presName="node" presStyleLbl="node1" presStyleIdx="4" presStyleCnt="6">
        <dgm:presLayoutVars>
          <dgm:bulletEnabled val="1"/>
        </dgm:presLayoutVars>
      </dgm:prSet>
      <dgm:spPr/>
    </dgm:pt>
    <dgm:pt modelId="{32F7D976-8FA3-4ED4-8B2C-3815CBBDA92B}" type="pres">
      <dgm:prSet presAssocID="{19F26A3C-8B81-452F-B431-1A1AA65FDE6A}" presName="sibTrans" presStyleLbl="sibTrans1D1" presStyleIdx="4" presStyleCnt="5"/>
      <dgm:spPr/>
    </dgm:pt>
    <dgm:pt modelId="{CBB0D85B-C04F-4104-8B5F-DE434201630A}" type="pres">
      <dgm:prSet presAssocID="{19F26A3C-8B81-452F-B431-1A1AA65FDE6A}" presName="connectorText" presStyleLbl="sibTrans1D1" presStyleIdx="4" presStyleCnt="5"/>
      <dgm:spPr/>
    </dgm:pt>
    <dgm:pt modelId="{4EA55F92-22D4-42E3-943F-BD9E5FFD13B2}" type="pres">
      <dgm:prSet presAssocID="{5B89E10F-5AA9-43A4-B431-D4EF68D7169F}" presName="node" presStyleLbl="node1" presStyleIdx="5" presStyleCnt="6">
        <dgm:presLayoutVars>
          <dgm:bulletEnabled val="1"/>
        </dgm:presLayoutVars>
      </dgm:prSet>
      <dgm:spPr/>
    </dgm:pt>
  </dgm:ptLst>
  <dgm:cxnLst>
    <dgm:cxn modelId="{32A19F02-A281-45B2-B11B-02FC8ADFA420}" type="presOf" srcId="{6BA5DF8A-1BDE-4A32-94B7-12CB1CE94E2B}" destId="{BC2C18FB-AF75-4515-BC71-F33A6B78C9BB}" srcOrd="0" destOrd="0" presId="urn:microsoft.com/office/officeart/2016/7/layout/RepeatingBendingProcessNew"/>
    <dgm:cxn modelId="{04AE2303-6BA4-49F8-A4E1-0D5E296FC0EA}" srcId="{5BADCDAA-7DF6-41D6-878B-00A2B297EB10}" destId="{44BD353D-E949-4139-A5F6-A6E102EA51B8}" srcOrd="4" destOrd="0" parTransId="{1FB0B73A-470B-4AB2-8168-0E950706DCAD}" sibTransId="{19F26A3C-8B81-452F-B431-1A1AA65FDE6A}"/>
    <dgm:cxn modelId="{2EA63B24-23A2-4D23-8103-6F0F35B839E2}" type="presOf" srcId="{44BD353D-E949-4139-A5F6-A6E102EA51B8}" destId="{E2CB6674-83A0-4AF0-BE1B-B17939B1FAC3}" srcOrd="0" destOrd="0" presId="urn:microsoft.com/office/officeart/2016/7/layout/RepeatingBendingProcessNew"/>
    <dgm:cxn modelId="{BC2A243A-7A4B-4145-82DA-C8BEE43E74ED}" type="presOf" srcId="{E7408F39-C548-4CD8-8B56-3BE6BB572984}" destId="{32045016-E9D0-4E45-B8BB-4BBF59BB9501}" srcOrd="1" destOrd="0" presId="urn:microsoft.com/office/officeart/2016/7/layout/RepeatingBendingProcessNew"/>
    <dgm:cxn modelId="{E8BE6E43-78A6-4898-AAA6-D618965EC76B}" srcId="{5BADCDAA-7DF6-41D6-878B-00A2B297EB10}" destId="{4A7BD7BF-6099-4EB0-9EEB-00659098D955}" srcOrd="1" destOrd="0" parTransId="{621B3DAA-3A01-4506-B40F-7FBFA30C736D}" sibTransId="{C26BA230-A8A9-4299-8B64-2F87B23C596F}"/>
    <dgm:cxn modelId="{B2565669-324C-4DCC-9B3C-3357A3B9BFDD}" type="presOf" srcId="{5CC207B0-1CFE-4369-872D-E08EF09F1646}" destId="{D39FAA7F-0327-493E-BC74-A4F4D8585E56}" srcOrd="0" destOrd="0" presId="urn:microsoft.com/office/officeart/2016/7/layout/RepeatingBendingProcessNew"/>
    <dgm:cxn modelId="{4EEE5B70-4E75-401F-B35E-DFF497E6BDFC}" srcId="{5BADCDAA-7DF6-41D6-878B-00A2B297EB10}" destId="{69FEABD0-521B-44A7-9714-471B1953AADE}" srcOrd="3" destOrd="0" parTransId="{18EA9C7E-B306-4C09-B5B4-871614020619}" sibTransId="{D80F6325-F1CD-4ECD-8700-DEB6EAEB16B6}"/>
    <dgm:cxn modelId="{D0227050-F43A-484D-B78E-4D0FE1FD165F}" type="presOf" srcId="{A2C4A1AD-5A08-44FD-B3A1-302052AD6AA2}" destId="{C1FCF9EE-E198-4FF6-A3E0-69CC48A430C7}" srcOrd="0" destOrd="0" presId="urn:microsoft.com/office/officeart/2016/7/layout/RepeatingBendingProcessNew"/>
    <dgm:cxn modelId="{22204351-CD2D-4226-873A-C896F873B699}" type="presOf" srcId="{E7408F39-C548-4CD8-8B56-3BE6BB572984}" destId="{8CC5361F-84BE-42FE-891F-98B523AE9844}" srcOrd="0" destOrd="0" presId="urn:microsoft.com/office/officeart/2016/7/layout/RepeatingBendingProcessNew"/>
    <dgm:cxn modelId="{EEAF018E-305F-40D5-90DE-FC508D2305E0}" type="presOf" srcId="{19F26A3C-8B81-452F-B431-1A1AA65FDE6A}" destId="{CBB0D85B-C04F-4104-8B5F-DE434201630A}" srcOrd="1" destOrd="0" presId="urn:microsoft.com/office/officeart/2016/7/layout/RepeatingBendingProcessNew"/>
    <dgm:cxn modelId="{BB0D3996-A757-4F4E-9886-B6A026A6D63C}" srcId="{5BADCDAA-7DF6-41D6-878B-00A2B297EB10}" destId="{A2C4A1AD-5A08-44FD-B3A1-302052AD6AA2}" srcOrd="0" destOrd="0" parTransId="{F3475BFF-CB22-4955-B9F8-2C35EC25FA36}" sibTransId="{E7408F39-C548-4CD8-8B56-3BE6BB572984}"/>
    <dgm:cxn modelId="{58D9B998-7295-4E5B-88F6-56A69EF8FBEF}" type="presOf" srcId="{C26BA230-A8A9-4299-8B64-2F87B23C596F}" destId="{044ACE67-A16C-414B-8AC3-F6720A7CC979}" srcOrd="1" destOrd="0" presId="urn:microsoft.com/office/officeart/2016/7/layout/RepeatingBendingProcessNew"/>
    <dgm:cxn modelId="{A52D7B9F-2E04-49C6-AFEA-5EE581A7C841}" srcId="{5BADCDAA-7DF6-41D6-878B-00A2B297EB10}" destId="{5B89E10F-5AA9-43A4-B431-D4EF68D7169F}" srcOrd="5" destOrd="0" parTransId="{035C85F0-38DC-4CFB-8B69-A92E37ECE71D}" sibTransId="{CCA2C525-80BF-41D3-812A-B2BD5DD05001}"/>
    <dgm:cxn modelId="{B01CE9A0-97C3-489C-9479-08D2C38D10AC}" type="presOf" srcId="{5B89E10F-5AA9-43A4-B431-D4EF68D7169F}" destId="{4EA55F92-22D4-42E3-943F-BD9E5FFD13B2}" srcOrd="0" destOrd="0" presId="urn:microsoft.com/office/officeart/2016/7/layout/RepeatingBendingProcessNew"/>
    <dgm:cxn modelId="{979316A1-5AF7-4BD9-A66B-E083E8B6238B}" type="presOf" srcId="{5CC207B0-1CFE-4369-872D-E08EF09F1646}" destId="{2E9493CE-F4A9-47B0-B79C-318BD5441F81}" srcOrd="1" destOrd="0" presId="urn:microsoft.com/office/officeart/2016/7/layout/RepeatingBendingProcessNew"/>
    <dgm:cxn modelId="{B5C93FA1-96CF-42E3-8817-A22D127487C9}" type="presOf" srcId="{4A7BD7BF-6099-4EB0-9EEB-00659098D955}" destId="{6186A406-C09C-4F7D-A611-539E1928603E}" srcOrd="0" destOrd="0" presId="urn:microsoft.com/office/officeart/2016/7/layout/RepeatingBendingProcessNew"/>
    <dgm:cxn modelId="{65DBB1AB-CD15-41B2-8F6C-762FC6079556}" type="presOf" srcId="{D80F6325-F1CD-4ECD-8700-DEB6EAEB16B6}" destId="{B9D3FADF-AC77-46DE-A1CE-2820712AC5C2}" srcOrd="1" destOrd="0" presId="urn:microsoft.com/office/officeart/2016/7/layout/RepeatingBendingProcessNew"/>
    <dgm:cxn modelId="{C3A443AD-1FB4-490C-BE04-79D9488DC13F}" type="presOf" srcId="{D80F6325-F1CD-4ECD-8700-DEB6EAEB16B6}" destId="{75DBD286-5697-4394-A2DD-D0E62D75635A}" srcOrd="0" destOrd="0" presId="urn:microsoft.com/office/officeart/2016/7/layout/RepeatingBendingProcessNew"/>
    <dgm:cxn modelId="{38D674AF-B4A6-42AE-8AA7-30E5D7F65901}" type="presOf" srcId="{C26BA230-A8A9-4299-8B64-2F87B23C596F}" destId="{4C51296E-8A05-47C5-810D-D0A956AF7187}" srcOrd="0" destOrd="0" presId="urn:microsoft.com/office/officeart/2016/7/layout/RepeatingBendingProcessNew"/>
    <dgm:cxn modelId="{2F47FBB6-8055-4C4E-96D2-DE58FA6650AE}" srcId="{5BADCDAA-7DF6-41D6-878B-00A2B297EB10}" destId="{6BA5DF8A-1BDE-4A32-94B7-12CB1CE94E2B}" srcOrd="2" destOrd="0" parTransId="{6C10C953-A9B9-4D97-A0CA-80ECD25CDFC8}" sibTransId="{5CC207B0-1CFE-4369-872D-E08EF09F1646}"/>
    <dgm:cxn modelId="{A8E64DC1-89E8-4645-B3C7-DE6F6A0FF6FD}" type="presOf" srcId="{69FEABD0-521B-44A7-9714-471B1953AADE}" destId="{BAB7CB21-6BE5-453C-84D7-8A1F4490B702}" srcOrd="0" destOrd="0" presId="urn:microsoft.com/office/officeart/2016/7/layout/RepeatingBendingProcessNew"/>
    <dgm:cxn modelId="{497C72DB-6A24-4BA4-9822-7A7A6EB83111}" type="presOf" srcId="{5BADCDAA-7DF6-41D6-878B-00A2B297EB10}" destId="{BF55FD4F-5FB3-47E5-ACB2-AF191D5A6C15}" srcOrd="0" destOrd="0" presId="urn:microsoft.com/office/officeart/2016/7/layout/RepeatingBendingProcessNew"/>
    <dgm:cxn modelId="{7F7821F9-CBE4-47F4-9EB8-C20FCAC1175E}" type="presOf" srcId="{19F26A3C-8B81-452F-B431-1A1AA65FDE6A}" destId="{32F7D976-8FA3-4ED4-8B2C-3815CBBDA92B}" srcOrd="0" destOrd="0" presId="urn:microsoft.com/office/officeart/2016/7/layout/RepeatingBendingProcessNew"/>
    <dgm:cxn modelId="{FEAEF68A-EDB1-45F0-AFA7-7FDD676CD915}" type="presParOf" srcId="{BF55FD4F-5FB3-47E5-ACB2-AF191D5A6C15}" destId="{C1FCF9EE-E198-4FF6-A3E0-69CC48A430C7}" srcOrd="0" destOrd="0" presId="urn:microsoft.com/office/officeart/2016/7/layout/RepeatingBendingProcessNew"/>
    <dgm:cxn modelId="{75E96F9E-4DF6-4749-8D5E-39518494D696}" type="presParOf" srcId="{BF55FD4F-5FB3-47E5-ACB2-AF191D5A6C15}" destId="{8CC5361F-84BE-42FE-891F-98B523AE9844}" srcOrd="1" destOrd="0" presId="urn:microsoft.com/office/officeart/2016/7/layout/RepeatingBendingProcessNew"/>
    <dgm:cxn modelId="{4B7E6873-0606-4E0A-993B-6C58DE58E01A}" type="presParOf" srcId="{8CC5361F-84BE-42FE-891F-98B523AE9844}" destId="{32045016-E9D0-4E45-B8BB-4BBF59BB9501}" srcOrd="0" destOrd="0" presId="urn:microsoft.com/office/officeart/2016/7/layout/RepeatingBendingProcessNew"/>
    <dgm:cxn modelId="{E8CC5813-E968-4F4F-B6F3-928032E187C3}" type="presParOf" srcId="{BF55FD4F-5FB3-47E5-ACB2-AF191D5A6C15}" destId="{6186A406-C09C-4F7D-A611-539E1928603E}" srcOrd="2" destOrd="0" presId="urn:microsoft.com/office/officeart/2016/7/layout/RepeatingBendingProcessNew"/>
    <dgm:cxn modelId="{16D75D31-D40A-40D8-ADE5-9E645989048B}" type="presParOf" srcId="{BF55FD4F-5FB3-47E5-ACB2-AF191D5A6C15}" destId="{4C51296E-8A05-47C5-810D-D0A956AF7187}" srcOrd="3" destOrd="0" presId="urn:microsoft.com/office/officeart/2016/7/layout/RepeatingBendingProcessNew"/>
    <dgm:cxn modelId="{E49E35C0-C62E-4E86-ADF7-9651E6FE471B}" type="presParOf" srcId="{4C51296E-8A05-47C5-810D-D0A956AF7187}" destId="{044ACE67-A16C-414B-8AC3-F6720A7CC979}" srcOrd="0" destOrd="0" presId="urn:microsoft.com/office/officeart/2016/7/layout/RepeatingBendingProcessNew"/>
    <dgm:cxn modelId="{9706C077-1E56-4046-AEB7-39CD5684980D}" type="presParOf" srcId="{BF55FD4F-5FB3-47E5-ACB2-AF191D5A6C15}" destId="{BC2C18FB-AF75-4515-BC71-F33A6B78C9BB}" srcOrd="4" destOrd="0" presId="urn:microsoft.com/office/officeart/2016/7/layout/RepeatingBendingProcessNew"/>
    <dgm:cxn modelId="{99D085D7-E05D-4C9E-9449-6E870204DA44}" type="presParOf" srcId="{BF55FD4F-5FB3-47E5-ACB2-AF191D5A6C15}" destId="{D39FAA7F-0327-493E-BC74-A4F4D8585E56}" srcOrd="5" destOrd="0" presId="urn:microsoft.com/office/officeart/2016/7/layout/RepeatingBendingProcessNew"/>
    <dgm:cxn modelId="{257B2B7D-018B-4B36-8B03-279626544363}" type="presParOf" srcId="{D39FAA7F-0327-493E-BC74-A4F4D8585E56}" destId="{2E9493CE-F4A9-47B0-B79C-318BD5441F81}" srcOrd="0" destOrd="0" presId="urn:microsoft.com/office/officeart/2016/7/layout/RepeatingBendingProcessNew"/>
    <dgm:cxn modelId="{32213958-C37D-4C1E-9A20-594CACC22319}" type="presParOf" srcId="{BF55FD4F-5FB3-47E5-ACB2-AF191D5A6C15}" destId="{BAB7CB21-6BE5-453C-84D7-8A1F4490B702}" srcOrd="6" destOrd="0" presId="urn:microsoft.com/office/officeart/2016/7/layout/RepeatingBendingProcessNew"/>
    <dgm:cxn modelId="{09140A6C-F67A-458C-B3AD-FA3C0F250203}" type="presParOf" srcId="{BF55FD4F-5FB3-47E5-ACB2-AF191D5A6C15}" destId="{75DBD286-5697-4394-A2DD-D0E62D75635A}" srcOrd="7" destOrd="0" presId="urn:microsoft.com/office/officeart/2016/7/layout/RepeatingBendingProcessNew"/>
    <dgm:cxn modelId="{113E2D8A-8D4D-4CD4-B93E-3F2481CD7054}" type="presParOf" srcId="{75DBD286-5697-4394-A2DD-D0E62D75635A}" destId="{B9D3FADF-AC77-46DE-A1CE-2820712AC5C2}" srcOrd="0" destOrd="0" presId="urn:microsoft.com/office/officeart/2016/7/layout/RepeatingBendingProcessNew"/>
    <dgm:cxn modelId="{D2AC300D-73F2-4B3C-A035-4E4E20652922}" type="presParOf" srcId="{BF55FD4F-5FB3-47E5-ACB2-AF191D5A6C15}" destId="{E2CB6674-83A0-4AF0-BE1B-B17939B1FAC3}" srcOrd="8" destOrd="0" presId="urn:microsoft.com/office/officeart/2016/7/layout/RepeatingBendingProcessNew"/>
    <dgm:cxn modelId="{20CA76B6-1A90-4D18-8220-5127BC0F9061}" type="presParOf" srcId="{BF55FD4F-5FB3-47E5-ACB2-AF191D5A6C15}" destId="{32F7D976-8FA3-4ED4-8B2C-3815CBBDA92B}" srcOrd="9" destOrd="0" presId="urn:microsoft.com/office/officeart/2016/7/layout/RepeatingBendingProcessNew"/>
    <dgm:cxn modelId="{BDF86E03-F405-4074-B78D-30A500B8A5F5}" type="presParOf" srcId="{32F7D976-8FA3-4ED4-8B2C-3815CBBDA92B}" destId="{CBB0D85B-C04F-4104-8B5F-DE434201630A}" srcOrd="0" destOrd="0" presId="urn:microsoft.com/office/officeart/2016/7/layout/RepeatingBendingProcessNew"/>
    <dgm:cxn modelId="{965D2884-DAF9-4851-9EAA-548E19C2B9DE}" type="presParOf" srcId="{BF55FD4F-5FB3-47E5-ACB2-AF191D5A6C15}" destId="{4EA55F92-22D4-42E3-943F-BD9E5FFD13B2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CA46F1-C82D-4702-AE8E-3940811748C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99F9669-4CCB-4A42-A02A-8CB47E627B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Successfully completed end-to-end data analytics using Excel, Tableau, and Power BI.</a:t>
          </a:r>
        </a:p>
      </dgm:t>
    </dgm:pt>
    <dgm:pt modelId="{63551B3B-689A-4712-A103-C61444EBFF64}" type="parTrans" cxnId="{2EC83944-8FB5-4B0A-BD7D-2ED36A8294D7}">
      <dgm:prSet/>
      <dgm:spPr/>
      <dgm:t>
        <a:bodyPr/>
        <a:lstStyle/>
        <a:p>
          <a:endParaRPr lang="en-US"/>
        </a:p>
      </dgm:t>
    </dgm:pt>
    <dgm:pt modelId="{9BCFA477-5850-4999-B1DB-A9CF8D6A09BE}" type="sibTrans" cxnId="{2EC83944-8FB5-4B0A-BD7D-2ED36A8294D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BB273F8-43E5-4B45-B799-09B6C7D6D3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Implemented effective ETL processes to clean, transform, and model raw data for analysis.</a:t>
          </a:r>
        </a:p>
      </dgm:t>
    </dgm:pt>
    <dgm:pt modelId="{E93918EF-2A3A-4654-A44D-E85A55B5F428}" type="parTrans" cxnId="{9706912D-5339-4A5B-A568-436E39897199}">
      <dgm:prSet/>
      <dgm:spPr/>
      <dgm:t>
        <a:bodyPr/>
        <a:lstStyle/>
        <a:p>
          <a:endParaRPr lang="en-US"/>
        </a:p>
      </dgm:t>
    </dgm:pt>
    <dgm:pt modelId="{1383574F-AB41-4657-8ED8-22154D3D5C89}" type="sibTrans" cxnId="{9706912D-5339-4A5B-A568-436E3989719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6D1FBDE-2573-4A9D-858F-0C2D3939DB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Developed interactive dashboards to track key KPIs and monitor business performance.</a:t>
          </a:r>
        </a:p>
      </dgm:t>
    </dgm:pt>
    <dgm:pt modelId="{8C3BB1A0-E056-49A8-8F47-E18F3D7F3A7E}" type="parTrans" cxnId="{26081021-6C30-474B-9B35-97DEF77A183F}">
      <dgm:prSet/>
      <dgm:spPr/>
      <dgm:t>
        <a:bodyPr/>
        <a:lstStyle/>
        <a:p>
          <a:endParaRPr lang="en-US"/>
        </a:p>
      </dgm:t>
    </dgm:pt>
    <dgm:pt modelId="{0C16B5DC-DAE6-4F8D-9160-859C80BBF75F}" type="sibTrans" cxnId="{26081021-6C30-474B-9B35-97DEF77A183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0433EE6-AE7B-4CE3-9DD1-170BB84DF1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Improved data accuracy and consistency through standardization and validation techniques.</a:t>
          </a:r>
        </a:p>
      </dgm:t>
    </dgm:pt>
    <dgm:pt modelId="{E8ECF3A6-F560-45B1-8D40-67F9072A2A05}" type="parTrans" cxnId="{AAAF4B8B-2C4D-4989-9B18-A3CD9D3C9146}">
      <dgm:prSet/>
      <dgm:spPr/>
      <dgm:t>
        <a:bodyPr/>
        <a:lstStyle/>
        <a:p>
          <a:endParaRPr lang="en-US"/>
        </a:p>
      </dgm:t>
    </dgm:pt>
    <dgm:pt modelId="{3EFD3772-512A-482B-9EB0-5FFBCCBFC0C6}" type="sibTrans" cxnId="{AAAF4B8B-2C4D-4989-9B18-A3CD9D3C914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857436D-5EAE-4265-B314-3068DFB3E1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Enabled faster and better decision-making by providing actionable insights to stakeholders.</a:t>
          </a:r>
        </a:p>
      </dgm:t>
    </dgm:pt>
    <dgm:pt modelId="{3C1B2616-F5E5-4E41-9AEF-CA42C3061041}" type="parTrans" cxnId="{EA7218AE-CF15-4F56-8149-2D187358B254}">
      <dgm:prSet/>
      <dgm:spPr/>
      <dgm:t>
        <a:bodyPr/>
        <a:lstStyle/>
        <a:p>
          <a:endParaRPr lang="en-US"/>
        </a:p>
      </dgm:t>
    </dgm:pt>
    <dgm:pt modelId="{FE35E651-7817-4774-AAE7-6E387B0690E8}" type="sibTrans" cxnId="{EA7218AE-CF15-4F56-8149-2D187358B25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30A41A9-BEB1-49CF-83DC-2A052B710F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Reduced manual reporting effort by automating calculations and visualizations.</a:t>
          </a:r>
        </a:p>
      </dgm:t>
    </dgm:pt>
    <dgm:pt modelId="{DC170B2C-1516-463E-B298-C9C65E555914}" type="parTrans" cxnId="{16E2C061-DFA9-4209-A807-7D34060C10A2}">
      <dgm:prSet/>
      <dgm:spPr/>
      <dgm:t>
        <a:bodyPr/>
        <a:lstStyle/>
        <a:p>
          <a:endParaRPr lang="en-US"/>
        </a:p>
      </dgm:t>
    </dgm:pt>
    <dgm:pt modelId="{9F0B5D80-D178-49CF-A13D-82DADA896432}" type="sibTrans" cxnId="{16E2C061-DFA9-4209-A807-7D34060C10A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69E1D8C-5364-4F8A-AAF4-CD65E622AB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Strengthened practical skills in data analysis, data modeling, and business intelligence tools.</a:t>
          </a:r>
        </a:p>
      </dgm:t>
    </dgm:pt>
    <dgm:pt modelId="{702980A6-9F5B-4A9E-A76D-A51C9AFD1785}" type="parTrans" cxnId="{2638F6D4-EB1A-45E9-95C2-2F5858BDE20A}">
      <dgm:prSet/>
      <dgm:spPr/>
      <dgm:t>
        <a:bodyPr/>
        <a:lstStyle/>
        <a:p>
          <a:endParaRPr lang="en-US"/>
        </a:p>
      </dgm:t>
    </dgm:pt>
    <dgm:pt modelId="{2D03CB37-61F5-43C6-A495-0DA91E535E9D}" type="sibTrans" cxnId="{2638F6D4-EB1A-45E9-95C2-2F5858BDE20A}">
      <dgm:prSet/>
      <dgm:spPr/>
      <dgm:t>
        <a:bodyPr/>
        <a:lstStyle/>
        <a:p>
          <a:endParaRPr lang="en-US"/>
        </a:p>
      </dgm:t>
    </dgm:pt>
    <dgm:pt modelId="{493C613D-AF3A-4133-8910-E3BA21638BAA}" type="pres">
      <dgm:prSet presAssocID="{69CA46F1-C82D-4702-AE8E-3940811748C2}" presName="root" presStyleCnt="0">
        <dgm:presLayoutVars>
          <dgm:dir/>
          <dgm:resizeHandles val="exact"/>
        </dgm:presLayoutVars>
      </dgm:prSet>
      <dgm:spPr/>
    </dgm:pt>
    <dgm:pt modelId="{913A84AC-F9AD-466C-BE03-DD4200C04DA4}" type="pres">
      <dgm:prSet presAssocID="{69CA46F1-C82D-4702-AE8E-3940811748C2}" presName="container" presStyleCnt="0">
        <dgm:presLayoutVars>
          <dgm:dir/>
          <dgm:resizeHandles val="exact"/>
        </dgm:presLayoutVars>
      </dgm:prSet>
      <dgm:spPr/>
    </dgm:pt>
    <dgm:pt modelId="{5BCE0F4B-6508-47DA-BC52-66BD3B7BF2B0}" type="pres">
      <dgm:prSet presAssocID="{B99F9669-4CCB-4A42-A02A-8CB47E627B7F}" presName="compNode" presStyleCnt="0"/>
      <dgm:spPr/>
    </dgm:pt>
    <dgm:pt modelId="{8086913D-0DD1-4877-9D6F-BDED717A0CD8}" type="pres">
      <dgm:prSet presAssocID="{B99F9669-4CCB-4A42-A02A-8CB47E627B7F}" presName="iconBgRect" presStyleLbl="bgShp" presStyleIdx="0" presStyleCnt="7"/>
      <dgm:spPr/>
    </dgm:pt>
    <dgm:pt modelId="{54462B8A-51CD-4269-B86D-3FC6855C4A79}" type="pres">
      <dgm:prSet presAssocID="{B99F9669-4CCB-4A42-A02A-8CB47E627B7F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EA43CE9-4749-44C0-A36A-85D5B3D84190}" type="pres">
      <dgm:prSet presAssocID="{B99F9669-4CCB-4A42-A02A-8CB47E627B7F}" presName="spaceRect" presStyleCnt="0"/>
      <dgm:spPr/>
    </dgm:pt>
    <dgm:pt modelId="{8AF94A51-EA29-4227-9CF0-194D132DB275}" type="pres">
      <dgm:prSet presAssocID="{B99F9669-4CCB-4A42-A02A-8CB47E627B7F}" presName="textRect" presStyleLbl="revTx" presStyleIdx="0" presStyleCnt="7">
        <dgm:presLayoutVars>
          <dgm:chMax val="1"/>
          <dgm:chPref val="1"/>
        </dgm:presLayoutVars>
      </dgm:prSet>
      <dgm:spPr/>
    </dgm:pt>
    <dgm:pt modelId="{06A83E1C-9A2E-43FB-AADA-1076A644D652}" type="pres">
      <dgm:prSet presAssocID="{9BCFA477-5850-4999-B1DB-A9CF8D6A09BE}" presName="sibTrans" presStyleLbl="sibTrans2D1" presStyleIdx="0" presStyleCnt="0"/>
      <dgm:spPr/>
    </dgm:pt>
    <dgm:pt modelId="{8CBEDBFF-3D52-4F30-9E22-BB6129A807F7}" type="pres">
      <dgm:prSet presAssocID="{EBB273F8-43E5-4B45-B799-09B6C7D6D313}" presName="compNode" presStyleCnt="0"/>
      <dgm:spPr/>
    </dgm:pt>
    <dgm:pt modelId="{36A18FEA-7012-4ABC-8208-652BC7F0F750}" type="pres">
      <dgm:prSet presAssocID="{EBB273F8-43E5-4B45-B799-09B6C7D6D313}" presName="iconBgRect" presStyleLbl="bgShp" presStyleIdx="1" presStyleCnt="7"/>
      <dgm:spPr/>
    </dgm:pt>
    <dgm:pt modelId="{B11DACAC-F9AE-40D4-B4A8-26AF2F2131E1}" type="pres">
      <dgm:prSet presAssocID="{EBB273F8-43E5-4B45-B799-09B6C7D6D313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E5340D0-5E20-4BC8-B3C0-3C283333499E}" type="pres">
      <dgm:prSet presAssocID="{EBB273F8-43E5-4B45-B799-09B6C7D6D313}" presName="spaceRect" presStyleCnt="0"/>
      <dgm:spPr/>
    </dgm:pt>
    <dgm:pt modelId="{93EE84DA-9ADA-4F43-9E4B-5E1A55E08BA9}" type="pres">
      <dgm:prSet presAssocID="{EBB273F8-43E5-4B45-B799-09B6C7D6D313}" presName="textRect" presStyleLbl="revTx" presStyleIdx="1" presStyleCnt="7">
        <dgm:presLayoutVars>
          <dgm:chMax val="1"/>
          <dgm:chPref val="1"/>
        </dgm:presLayoutVars>
      </dgm:prSet>
      <dgm:spPr/>
    </dgm:pt>
    <dgm:pt modelId="{60C5262C-BA32-4292-A243-18EFCCFF18EF}" type="pres">
      <dgm:prSet presAssocID="{1383574F-AB41-4657-8ED8-22154D3D5C89}" presName="sibTrans" presStyleLbl="sibTrans2D1" presStyleIdx="0" presStyleCnt="0"/>
      <dgm:spPr/>
    </dgm:pt>
    <dgm:pt modelId="{B1558174-542E-4973-8EE0-013C1F251183}" type="pres">
      <dgm:prSet presAssocID="{A6D1FBDE-2573-4A9D-858F-0C2D3939DBAE}" presName="compNode" presStyleCnt="0"/>
      <dgm:spPr/>
    </dgm:pt>
    <dgm:pt modelId="{88D759CE-8204-4021-88E3-254F3E2793FC}" type="pres">
      <dgm:prSet presAssocID="{A6D1FBDE-2573-4A9D-858F-0C2D3939DBAE}" presName="iconBgRect" presStyleLbl="bgShp" presStyleIdx="2" presStyleCnt="7"/>
      <dgm:spPr/>
    </dgm:pt>
    <dgm:pt modelId="{2867B3F5-CE49-4D50-A11C-75244E4F283B}" type="pres">
      <dgm:prSet presAssocID="{A6D1FBDE-2573-4A9D-858F-0C2D3939DBAE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D22ED16-F087-460B-B167-357C16B4C018}" type="pres">
      <dgm:prSet presAssocID="{A6D1FBDE-2573-4A9D-858F-0C2D3939DBAE}" presName="spaceRect" presStyleCnt="0"/>
      <dgm:spPr/>
    </dgm:pt>
    <dgm:pt modelId="{72C0B397-B189-482A-BCA0-E877F1D31FE8}" type="pres">
      <dgm:prSet presAssocID="{A6D1FBDE-2573-4A9D-858F-0C2D3939DBAE}" presName="textRect" presStyleLbl="revTx" presStyleIdx="2" presStyleCnt="7">
        <dgm:presLayoutVars>
          <dgm:chMax val="1"/>
          <dgm:chPref val="1"/>
        </dgm:presLayoutVars>
      </dgm:prSet>
      <dgm:spPr/>
    </dgm:pt>
    <dgm:pt modelId="{86AC5BDF-8D00-4244-A2BD-675A5AD4AD22}" type="pres">
      <dgm:prSet presAssocID="{0C16B5DC-DAE6-4F8D-9160-859C80BBF75F}" presName="sibTrans" presStyleLbl="sibTrans2D1" presStyleIdx="0" presStyleCnt="0"/>
      <dgm:spPr/>
    </dgm:pt>
    <dgm:pt modelId="{B7390B46-6A83-4989-9FC0-A542CB72CDD6}" type="pres">
      <dgm:prSet presAssocID="{80433EE6-AE7B-4CE3-9DD1-170BB84DF1F6}" presName="compNode" presStyleCnt="0"/>
      <dgm:spPr/>
    </dgm:pt>
    <dgm:pt modelId="{6FC5BD13-679D-45C7-A574-E7BC28150F1B}" type="pres">
      <dgm:prSet presAssocID="{80433EE6-AE7B-4CE3-9DD1-170BB84DF1F6}" presName="iconBgRect" presStyleLbl="bgShp" presStyleIdx="3" presStyleCnt="7"/>
      <dgm:spPr/>
    </dgm:pt>
    <dgm:pt modelId="{5B47184D-6FA5-4FC1-A289-09B8A7FD758A}" type="pres">
      <dgm:prSet presAssocID="{80433EE6-AE7B-4CE3-9DD1-170BB84DF1F6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6BF869CD-1B7A-41A8-B81F-284323331383}" type="pres">
      <dgm:prSet presAssocID="{80433EE6-AE7B-4CE3-9DD1-170BB84DF1F6}" presName="spaceRect" presStyleCnt="0"/>
      <dgm:spPr/>
    </dgm:pt>
    <dgm:pt modelId="{78BFB1F8-DD91-47AA-9062-061389B0CAF4}" type="pres">
      <dgm:prSet presAssocID="{80433EE6-AE7B-4CE3-9DD1-170BB84DF1F6}" presName="textRect" presStyleLbl="revTx" presStyleIdx="3" presStyleCnt="7">
        <dgm:presLayoutVars>
          <dgm:chMax val="1"/>
          <dgm:chPref val="1"/>
        </dgm:presLayoutVars>
      </dgm:prSet>
      <dgm:spPr/>
    </dgm:pt>
    <dgm:pt modelId="{F454A43B-E52F-4840-BFA4-835A73A9256E}" type="pres">
      <dgm:prSet presAssocID="{3EFD3772-512A-482B-9EB0-5FFBCCBFC0C6}" presName="sibTrans" presStyleLbl="sibTrans2D1" presStyleIdx="0" presStyleCnt="0"/>
      <dgm:spPr/>
    </dgm:pt>
    <dgm:pt modelId="{8CE4E453-2775-4D39-ADC1-BCE049CA523F}" type="pres">
      <dgm:prSet presAssocID="{4857436D-5EAE-4265-B314-3068DFB3E1DB}" presName="compNode" presStyleCnt="0"/>
      <dgm:spPr/>
    </dgm:pt>
    <dgm:pt modelId="{5B165087-31D6-46A6-9D68-7ACC0022F969}" type="pres">
      <dgm:prSet presAssocID="{4857436D-5EAE-4265-B314-3068DFB3E1DB}" presName="iconBgRect" presStyleLbl="bgShp" presStyleIdx="4" presStyleCnt="7"/>
      <dgm:spPr/>
    </dgm:pt>
    <dgm:pt modelId="{3B678CE0-C4CB-48FA-8048-2F9C25BD63B3}" type="pres">
      <dgm:prSet presAssocID="{4857436D-5EAE-4265-B314-3068DFB3E1DB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12A30AB-D890-4077-B941-B178D58503DF}" type="pres">
      <dgm:prSet presAssocID="{4857436D-5EAE-4265-B314-3068DFB3E1DB}" presName="spaceRect" presStyleCnt="0"/>
      <dgm:spPr/>
    </dgm:pt>
    <dgm:pt modelId="{A2D65076-FCD8-427B-B34F-1F881031EB49}" type="pres">
      <dgm:prSet presAssocID="{4857436D-5EAE-4265-B314-3068DFB3E1DB}" presName="textRect" presStyleLbl="revTx" presStyleIdx="4" presStyleCnt="7">
        <dgm:presLayoutVars>
          <dgm:chMax val="1"/>
          <dgm:chPref val="1"/>
        </dgm:presLayoutVars>
      </dgm:prSet>
      <dgm:spPr/>
    </dgm:pt>
    <dgm:pt modelId="{54E37A45-822D-44B4-9E99-0D3CF8A27A2C}" type="pres">
      <dgm:prSet presAssocID="{FE35E651-7817-4774-AAE7-6E387B0690E8}" presName="sibTrans" presStyleLbl="sibTrans2D1" presStyleIdx="0" presStyleCnt="0"/>
      <dgm:spPr/>
    </dgm:pt>
    <dgm:pt modelId="{C53953D0-1153-4056-8FD9-958ED1994629}" type="pres">
      <dgm:prSet presAssocID="{730A41A9-BEB1-49CF-83DC-2A052B710F25}" presName="compNode" presStyleCnt="0"/>
      <dgm:spPr/>
    </dgm:pt>
    <dgm:pt modelId="{E7E22FC3-1A07-490B-AEAB-19BC23E7487B}" type="pres">
      <dgm:prSet presAssocID="{730A41A9-BEB1-49CF-83DC-2A052B710F25}" presName="iconBgRect" presStyleLbl="bgShp" presStyleIdx="5" presStyleCnt="7"/>
      <dgm:spPr/>
    </dgm:pt>
    <dgm:pt modelId="{BA0A63B2-C24E-4AC7-AB5D-CB89D258C81A}" type="pres">
      <dgm:prSet presAssocID="{730A41A9-BEB1-49CF-83DC-2A052B710F25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3089F37-75C9-4218-8382-E7F1B9512B3A}" type="pres">
      <dgm:prSet presAssocID="{730A41A9-BEB1-49CF-83DC-2A052B710F25}" presName="spaceRect" presStyleCnt="0"/>
      <dgm:spPr/>
    </dgm:pt>
    <dgm:pt modelId="{F24F6AE2-5475-4D33-A3E0-245F52AECBE4}" type="pres">
      <dgm:prSet presAssocID="{730A41A9-BEB1-49CF-83DC-2A052B710F25}" presName="textRect" presStyleLbl="revTx" presStyleIdx="5" presStyleCnt="7">
        <dgm:presLayoutVars>
          <dgm:chMax val="1"/>
          <dgm:chPref val="1"/>
        </dgm:presLayoutVars>
      </dgm:prSet>
      <dgm:spPr/>
    </dgm:pt>
    <dgm:pt modelId="{ED7EC800-EF70-4864-8574-438F223BC881}" type="pres">
      <dgm:prSet presAssocID="{9F0B5D80-D178-49CF-A13D-82DADA896432}" presName="sibTrans" presStyleLbl="sibTrans2D1" presStyleIdx="0" presStyleCnt="0"/>
      <dgm:spPr/>
    </dgm:pt>
    <dgm:pt modelId="{3335C6B6-00AD-4706-B815-D61618B166BE}" type="pres">
      <dgm:prSet presAssocID="{169E1D8C-5364-4F8A-AAF4-CD65E622ABF0}" presName="compNode" presStyleCnt="0"/>
      <dgm:spPr/>
    </dgm:pt>
    <dgm:pt modelId="{B7AA2058-D406-4E6B-83CB-591EC560251F}" type="pres">
      <dgm:prSet presAssocID="{169E1D8C-5364-4F8A-AAF4-CD65E622ABF0}" presName="iconBgRect" presStyleLbl="bgShp" presStyleIdx="6" presStyleCnt="7"/>
      <dgm:spPr/>
    </dgm:pt>
    <dgm:pt modelId="{66B6AF65-417B-430B-B9C7-FBAD49AD54CF}" type="pres">
      <dgm:prSet presAssocID="{169E1D8C-5364-4F8A-AAF4-CD65E622ABF0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549DC407-CC49-46C3-AE76-BAE3B5C72197}" type="pres">
      <dgm:prSet presAssocID="{169E1D8C-5364-4F8A-AAF4-CD65E622ABF0}" presName="spaceRect" presStyleCnt="0"/>
      <dgm:spPr/>
    </dgm:pt>
    <dgm:pt modelId="{3C6B19FD-5C20-40AF-A429-0346803DBAFC}" type="pres">
      <dgm:prSet presAssocID="{169E1D8C-5364-4F8A-AAF4-CD65E622ABF0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5DB20007-13A7-4450-BC44-97CC07F7D659}" type="presOf" srcId="{1383574F-AB41-4657-8ED8-22154D3D5C89}" destId="{60C5262C-BA32-4292-A243-18EFCCFF18EF}" srcOrd="0" destOrd="0" presId="urn:microsoft.com/office/officeart/2018/2/layout/IconCircleList"/>
    <dgm:cxn modelId="{15B2330F-5492-4B5B-8A8C-58C70CB39954}" type="presOf" srcId="{69CA46F1-C82D-4702-AE8E-3940811748C2}" destId="{493C613D-AF3A-4133-8910-E3BA21638BAA}" srcOrd="0" destOrd="0" presId="urn:microsoft.com/office/officeart/2018/2/layout/IconCircleList"/>
    <dgm:cxn modelId="{26081021-6C30-474B-9B35-97DEF77A183F}" srcId="{69CA46F1-C82D-4702-AE8E-3940811748C2}" destId="{A6D1FBDE-2573-4A9D-858F-0C2D3939DBAE}" srcOrd="2" destOrd="0" parTransId="{8C3BB1A0-E056-49A8-8F47-E18F3D7F3A7E}" sibTransId="{0C16B5DC-DAE6-4F8D-9160-859C80BBF75F}"/>
    <dgm:cxn modelId="{9706912D-5339-4A5B-A568-436E39897199}" srcId="{69CA46F1-C82D-4702-AE8E-3940811748C2}" destId="{EBB273F8-43E5-4B45-B799-09B6C7D6D313}" srcOrd="1" destOrd="0" parTransId="{E93918EF-2A3A-4654-A44D-E85A55B5F428}" sibTransId="{1383574F-AB41-4657-8ED8-22154D3D5C89}"/>
    <dgm:cxn modelId="{71CF3F31-74EC-4F21-BDC2-9057E38225BB}" type="presOf" srcId="{80433EE6-AE7B-4CE3-9DD1-170BB84DF1F6}" destId="{78BFB1F8-DD91-47AA-9062-061389B0CAF4}" srcOrd="0" destOrd="0" presId="urn:microsoft.com/office/officeart/2018/2/layout/IconCircleList"/>
    <dgm:cxn modelId="{104C7036-EEAE-4926-97A4-C8B72F5F4896}" type="presOf" srcId="{169E1D8C-5364-4F8A-AAF4-CD65E622ABF0}" destId="{3C6B19FD-5C20-40AF-A429-0346803DBAFC}" srcOrd="0" destOrd="0" presId="urn:microsoft.com/office/officeart/2018/2/layout/IconCircleList"/>
    <dgm:cxn modelId="{16E2C061-DFA9-4209-A807-7D34060C10A2}" srcId="{69CA46F1-C82D-4702-AE8E-3940811748C2}" destId="{730A41A9-BEB1-49CF-83DC-2A052B710F25}" srcOrd="5" destOrd="0" parTransId="{DC170B2C-1516-463E-B298-C9C65E555914}" sibTransId="{9F0B5D80-D178-49CF-A13D-82DADA896432}"/>
    <dgm:cxn modelId="{3795BC42-EFE0-4039-ACCF-52D4D36A4154}" type="presOf" srcId="{730A41A9-BEB1-49CF-83DC-2A052B710F25}" destId="{F24F6AE2-5475-4D33-A3E0-245F52AECBE4}" srcOrd="0" destOrd="0" presId="urn:microsoft.com/office/officeart/2018/2/layout/IconCircleList"/>
    <dgm:cxn modelId="{5DB28B43-2550-4519-99A3-A59D8E6A6CAF}" type="presOf" srcId="{4857436D-5EAE-4265-B314-3068DFB3E1DB}" destId="{A2D65076-FCD8-427B-B34F-1F881031EB49}" srcOrd="0" destOrd="0" presId="urn:microsoft.com/office/officeart/2018/2/layout/IconCircleList"/>
    <dgm:cxn modelId="{2EC83944-8FB5-4B0A-BD7D-2ED36A8294D7}" srcId="{69CA46F1-C82D-4702-AE8E-3940811748C2}" destId="{B99F9669-4CCB-4A42-A02A-8CB47E627B7F}" srcOrd="0" destOrd="0" parTransId="{63551B3B-689A-4712-A103-C61444EBFF64}" sibTransId="{9BCFA477-5850-4999-B1DB-A9CF8D6A09BE}"/>
    <dgm:cxn modelId="{6983F872-6074-4C93-A017-C98E4C08E59F}" type="presOf" srcId="{9BCFA477-5850-4999-B1DB-A9CF8D6A09BE}" destId="{06A83E1C-9A2E-43FB-AADA-1076A644D652}" srcOrd="0" destOrd="0" presId="urn:microsoft.com/office/officeart/2018/2/layout/IconCircleList"/>
    <dgm:cxn modelId="{AAAF4B8B-2C4D-4989-9B18-A3CD9D3C9146}" srcId="{69CA46F1-C82D-4702-AE8E-3940811748C2}" destId="{80433EE6-AE7B-4CE3-9DD1-170BB84DF1F6}" srcOrd="3" destOrd="0" parTransId="{E8ECF3A6-F560-45B1-8D40-67F9072A2A05}" sibTransId="{3EFD3772-512A-482B-9EB0-5FFBCCBFC0C6}"/>
    <dgm:cxn modelId="{0335318C-F282-4C52-B3AF-15B9B2A7D691}" type="presOf" srcId="{0C16B5DC-DAE6-4F8D-9160-859C80BBF75F}" destId="{86AC5BDF-8D00-4244-A2BD-675A5AD4AD22}" srcOrd="0" destOrd="0" presId="urn:microsoft.com/office/officeart/2018/2/layout/IconCircleList"/>
    <dgm:cxn modelId="{7AF04FA8-3139-44C0-B3D2-F6589BBACFA3}" type="presOf" srcId="{EBB273F8-43E5-4B45-B799-09B6C7D6D313}" destId="{93EE84DA-9ADA-4F43-9E4B-5E1A55E08BA9}" srcOrd="0" destOrd="0" presId="urn:microsoft.com/office/officeart/2018/2/layout/IconCircleList"/>
    <dgm:cxn modelId="{EA7218AE-CF15-4F56-8149-2D187358B254}" srcId="{69CA46F1-C82D-4702-AE8E-3940811748C2}" destId="{4857436D-5EAE-4265-B314-3068DFB3E1DB}" srcOrd="4" destOrd="0" parTransId="{3C1B2616-F5E5-4E41-9AEF-CA42C3061041}" sibTransId="{FE35E651-7817-4774-AAE7-6E387B0690E8}"/>
    <dgm:cxn modelId="{1478F6B2-2AD4-4706-98AB-1EC8EE2798A1}" type="presOf" srcId="{A6D1FBDE-2573-4A9D-858F-0C2D3939DBAE}" destId="{72C0B397-B189-482A-BCA0-E877F1D31FE8}" srcOrd="0" destOrd="0" presId="urn:microsoft.com/office/officeart/2018/2/layout/IconCircleList"/>
    <dgm:cxn modelId="{D0C5B2CC-B983-432A-BE7E-6BA299756158}" type="presOf" srcId="{FE35E651-7817-4774-AAE7-6E387B0690E8}" destId="{54E37A45-822D-44B4-9E99-0D3CF8A27A2C}" srcOrd="0" destOrd="0" presId="urn:microsoft.com/office/officeart/2018/2/layout/IconCircleList"/>
    <dgm:cxn modelId="{B83DC8D1-68C8-488B-B68B-09E138E0ECB7}" type="presOf" srcId="{9F0B5D80-D178-49CF-A13D-82DADA896432}" destId="{ED7EC800-EF70-4864-8574-438F223BC881}" srcOrd="0" destOrd="0" presId="urn:microsoft.com/office/officeart/2018/2/layout/IconCircleList"/>
    <dgm:cxn modelId="{2638F6D4-EB1A-45E9-95C2-2F5858BDE20A}" srcId="{69CA46F1-C82D-4702-AE8E-3940811748C2}" destId="{169E1D8C-5364-4F8A-AAF4-CD65E622ABF0}" srcOrd="6" destOrd="0" parTransId="{702980A6-9F5B-4A9E-A76D-A51C9AFD1785}" sibTransId="{2D03CB37-61F5-43C6-A495-0DA91E535E9D}"/>
    <dgm:cxn modelId="{38BBAAEE-EB5B-422B-970D-0D1596960AC1}" type="presOf" srcId="{B99F9669-4CCB-4A42-A02A-8CB47E627B7F}" destId="{8AF94A51-EA29-4227-9CF0-194D132DB275}" srcOrd="0" destOrd="0" presId="urn:microsoft.com/office/officeart/2018/2/layout/IconCircleList"/>
    <dgm:cxn modelId="{716E8CFE-C095-4458-936D-C082A13274DA}" type="presOf" srcId="{3EFD3772-512A-482B-9EB0-5FFBCCBFC0C6}" destId="{F454A43B-E52F-4840-BFA4-835A73A9256E}" srcOrd="0" destOrd="0" presId="urn:microsoft.com/office/officeart/2018/2/layout/IconCircleList"/>
    <dgm:cxn modelId="{1F26E581-A220-4B37-A564-1F66B119CEBB}" type="presParOf" srcId="{493C613D-AF3A-4133-8910-E3BA21638BAA}" destId="{913A84AC-F9AD-466C-BE03-DD4200C04DA4}" srcOrd="0" destOrd="0" presId="urn:microsoft.com/office/officeart/2018/2/layout/IconCircleList"/>
    <dgm:cxn modelId="{285BAD65-F18B-4EEA-8EA3-9D10633A39F8}" type="presParOf" srcId="{913A84AC-F9AD-466C-BE03-DD4200C04DA4}" destId="{5BCE0F4B-6508-47DA-BC52-66BD3B7BF2B0}" srcOrd="0" destOrd="0" presId="urn:microsoft.com/office/officeart/2018/2/layout/IconCircleList"/>
    <dgm:cxn modelId="{78538EFF-F64F-46AF-9872-4045C0855A8A}" type="presParOf" srcId="{5BCE0F4B-6508-47DA-BC52-66BD3B7BF2B0}" destId="{8086913D-0DD1-4877-9D6F-BDED717A0CD8}" srcOrd="0" destOrd="0" presId="urn:microsoft.com/office/officeart/2018/2/layout/IconCircleList"/>
    <dgm:cxn modelId="{EDD41E3D-E239-4BA7-AED5-626214BA56B5}" type="presParOf" srcId="{5BCE0F4B-6508-47DA-BC52-66BD3B7BF2B0}" destId="{54462B8A-51CD-4269-B86D-3FC6855C4A79}" srcOrd="1" destOrd="0" presId="urn:microsoft.com/office/officeart/2018/2/layout/IconCircleList"/>
    <dgm:cxn modelId="{27E8C419-285B-4E3B-8B7F-9CB6EEE93654}" type="presParOf" srcId="{5BCE0F4B-6508-47DA-BC52-66BD3B7BF2B0}" destId="{3EA43CE9-4749-44C0-A36A-85D5B3D84190}" srcOrd="2" destOrd="0" presId="urn:microsoft.com/office/officeart/2018/2/layout/IconCircleList"/>
    <dgm:cxn modelId="{B7FB4583-FC09-419F-A16A-866B3091DC6E}" type="presParOf" srcId="{5BCE0F4B-6508-47DA-BC52-66BD3B7BF2B0}" destId="{8AF94A51-EA29-4227-9CF0-194D132DB275}" srcOrd="3" destOrd="0" presId="urn:microsoft.com/office/officeart/2018/2/layout/IconCircleList"/>
    <dgm:cxn modelId="{77825AAC-E356-46FF-80F0-F3ACF1444FA5}" type="presParOf" srcId="{913A84AC-F9AD-466C-BE03-DD4200C04DA4}" destId="{06A83E1C-9A2E-43FB-AADA-1076A644D652}" srcOrd="1" destOrd="0" presId="urn:microsoft.com/office/officeart/2018/2/layout/IconCircleList"/>
    <dgm:cxn modelId="{99077BB7-236E-4245-83B6-EC44993D9033}" type="presParOf" srcId="{913A84AC-F9AD-466C-BE03-DD4200C04DA4}" destId="{8CBEDBFF-3D52-4F30-9E22-BB6129A807F7}" srcOrd="2" destOrd="0" presId="urn:microsoft.com/office/officeart/2018/2/layout/IconCircleList"/>
    <dgm:cxn modelId="{FE069FCC-1641-4E67-92F4-26F3412A5B9D}" type="presParOf" srcId="{8CBEDBFF-3D52-4F30-9E22-BB6129A807F7}" destId="{36A18FEA-7012-4ABC-8208-652BC7F0F750}" srcOrd="0" destOrd="0" presId="urn:microsoft.com/office/officeart/2018/2/layout/IconCircleList"/>
    <dgm:cxn modelId="{1C4B4548-E73E-41BD-A0AE-E1841E33A017}" type="presParOf" srcId="{8CBEDBFF-3D52-4F30-9E22-BB6129A807F7}" destId="{B11DACAC-F9AE-40D4-B4A8-26AF2F2131E1}" srcOrd="1" destOrd="0" presId="urn:microsoft.com/office/officeart/2018/2/layout/IconCircleList"/>
    <dgm:cxn modelId="{D107710D-C4C5-4AC2-8BE3-15E245D22647}" type="presParOf" srcId="{8CBEDBFF-3D52-4F30-9E22-BB6129A807F7}" destId="{AE5340D0-5E20-4BC8-B3C0-3C283333499E}" srcOrd="2" destOrd="0" presId="urn:microsoft.com/office/officeart/2018/2/layout/IconCircleList"/>
    <dgm:cxn modelId="{FDF81962-9D32-4A31-9878-DD58A7E44B94}" type="presParOf" srcId="{8CBEDBFF-3D52-4F30-9E22-BB6129A807F7}" destId="{93EE84DA-9ADA-4F43-9E4B-5E1A55E08BA9}" srcOrd="3" destOrd="0" presId="urn:microsoft.com/office/officeart/2018/2/layout/IconCircleList"/>
    <dgm:cxn modelId="{E78C9BC0-8F4E-4C72-B454-2421980271C2}" type="presParOf" srcId="{913A84AC-F9AD-466C-BE03-DD4200C04DA4}" destId="{60C5262C-BA32-4292-A243-18EFCCFF18EF}" srcOrd="3" destOrd="0" presId="urn:microsoft.com/office/officeart/2018/2/layout/IconCircleList"/>
    <dgm:cxn modelId="{2ED6BA81-16F1-4C8D-90DB-39A1F7215B47}" type="presParOf" srcId="{913A84AC-F9AD-466C-BE03-DD4200C04DA4}" destId="{B1558174-542E-4973-8EE0-013C1F251183}" srcOrd="4" destOrd="0" presId="urn:microsoft.com/office/officeart/2018/2/layout/IconCircleList"/>
    <dgm:cxn modelId="{8565FD91-1655-4DA8-9BEC-0989CBB1FB6F}" type="presParOf" srcId="{B1558174-542E-4973-8EE0-013C1F251183}" destId="{88D759CE-8204-4021-88E3-254F3E2793FC}" srcOrd="0" destOrd="0" presId="urn:microsoft.com/office/officeart/2018/2/layout/IconCircleList"/>
    <dgm:cxn modelId="{E63B3D0F-EEF4-48A8-B231-23D12B608DDB}" type="presParOf" srcId="{B1558174-542E-4973-8EE0-013C1F251183}" destId="{2867B3F5-CE49-4D50-A11C-75244E4F283B}" srcOrd="1" destOrd="0" presId="urn:microsoft.com/office/officeart/2018/2/layout/IconCircleList"/>
    <dgm:cxn modelId="{415D1E61-6F47-41ED-830A-3176DE64298E}" type="presParOf" srcId="{B1558174-542E-4973-8EE0-013C1F251183}" destId="{BD22ED16-F087-460B-B167-357C16B4C018}" srcOrd="2" destOrd="0" presId="urn:microsoft.com/office/officeart/2018/2/layout/IconCircleList"/>
    <dgm:cxn modelId="{C635D6D2-697C-4C9D-8546-93BD52E8E0CE}" type="presParOf" srcId="{B1558174-542E-4973-8EE0-013C1F251183}" destId="{72C0B397-B189-482A-BCA0-E877F1D31FE8}" srcOrd="3" destOrd="0" presId="urn:microsoft.com/office/officeart/2018/2/layout/IconCircleList"/>
    <dgm:cxn modelId="{1BE0D95F-EF65-4839-A313-789892B3BCA8}" type="presParOf" srcId="{913A84AC-F9AD-466C-BE03-DD4200C04DA4}" destId="{86AC5BDF-8D00-4244-A2BD-675A5AD4AD22}" srcOrd="5" destOrd="0" presId="urn:microsoft.com/office/officeart/2018/2/layout/IconCircleList"/>
    <dgm:cxn modelId="{7B1D3071-02BC-4960-834B-CBCF712B692F}" type="presParOf" srcId="{913A84AC-F9AD-466C-BE03-DD4200C04DA4}" destId="{B7390B46-6A83-4989-9FC0-A542CB72CDD6}" srcOrd="6" destOrd="0" presId="urn:microsoft.com/office/officeart/2018/2/layout/IconCircleList"/>
    <dgm:cxn modelId="{C026DE9F-B2CD-4A51-9FB4-F4194185884F}" type="presParOf" srcId="{B7390B46-6A83-4989-9FC0-A542CB72CDD6}" destId="{6FC5BD13-679D-45C7-A574-E7BC28150F1B}" srcOrd="0" destOrd="0" presId="urn:microsoft.com/office/officeart/2018/2/layout/IconCircleList"/>
    <dgm:cxn modelId="{04B17E66-108D-4333-9582-37E2C8425D7F}" type="presParOf" srcId="{B7390B46-6A83-4989-9FC0-A542CB72CDD6}" destId="{5B47184D-6FA5-4FC1-A289-09B8A7FD758A}" srcOrd="1" destOrd="0" presId="urn:microsoft.com/office/officeart/2018/2/layout/IconCircleList"/>
    <dgm:cxn modelId="{AFCE6B52-6982-4132-8D81-9668314B3C3B}" type="presParOf" srcId="{B7390B46-6A83-4989-9FC0-A542CB72CDD6}" destId="{6BF869CD-1B7A-41A8-B81F-284323331383}" srcOrd="2" destOrd="0" presId="urn:microsoft.com/office/officeart/2018/2/layout/IconCircleList"/>
    <dgm:cxn modelId="{6474EA66-FD83-4D6D-8AE2-880B09537400}" type="presParOf" srcId="{B7390B46-6A83-4989-9FC0-A542CB72CDD6}" destId="{78BFB1F8-DD91-47AA-9062-061389B0CAF4}" srcOrd="3" destOrd="0" presId="urn:microsoft.com/office/officeart/2018/2/layout/IconCircleList"/>
    <dgm:cxn modelId="{E54909E4-8CE9-4D85-AD52-CD18200E5DA2}" type="presParOf" srcId="{913A84AC-F9AD-466C-BE03-DD4200C04DA4}" destId="{F454A43B-E52F-4840-BFA4-835A73A9256E}" srcOrd="7" destOrd="0" presId="urn:microsoft.com/office/officeart/2018/2/layout/IconCircleList"/>
    <dgm:cxn modelId="{9996527B-49A9-4421-9295-226BD8F7BFD3}" type="presParOf" srcId="{913A84AC-F9AD-466C-BE03-DD4200C04DA4}" destId="{8CE4E453-2775-4D39-ADC1-BCE049CA523F}" srcOrd="8" destOrd="0" presId="urn:microsoft.com/office/officeart/2018/2/layout/IconCircleList"/>
    <dgm:cxn modelId="{C8067623-8889-4E05-B109-50EB031A66EE}" type="presParOf" srcId="{8CE4E453-2775-4D39-ADC1-BCE049CA523F}" destId="{5B165087-31D6-46A6-9D68-7ACC0022F969}" srcOrd="0" destOrd="0" presId="urn:microsoft.com/office/officeart/2018/2/layout/IconCircleList"/>
    <dgm:cxn modelId="{AF179860-83F8-473E-9AAA-57B176C808D1}" type="presParOf" srcId="{8CE4E453-2775-4D39-ADC1-BCE049CA523F}" destId="{3B678CE0-C4CB-48FA-8048-2F9C25BD63B3}" srcOrd="1" destOrd="0" presId="urn:microsoft.com/office/officeart/2018/2/layout/IconCircleList"/>
    <dgm:cxn modelId="{F13661F4-5B3F-46EB-9D9A-D99766913461}" type="presParOf" srcId="{8CE4E453-2775-4D39-ADC1-BCE049CA523F}" destId="{412A30AB-D890-4077-B941-B178D58503DF}" srcOrd="2" destOrd="0" presId="urn:microsoft.com/office/officeart/2018/2/layout/IconCircleList"/>
    <dgm:cxn modelId="{68B82656-7B72-4781-B11C-5B1D233BAB79}" type="presParOf" srcId="{8CE4E453-2775-4D39-ADC1-BCE049CA523F}" destId="{A2D65076-FCD8-427B-B34F-1F881031EB49}" srcOrd="3" destOrd="0" presId="urn:microsoft.com/office/officeart/2018/2/layout/IconCircleList"/>
    <dgm:cxn modelId="{1B8B685C-17FD-4B11-9BC6-9E2B678AD354}" type="presParOf" srcId="{913A84AC-F9AD-466C-BE03-DD4200C04DA4}" destId="{54E37A45-822D-44B4-9E99-0D3CF8A27A2C}" srcOrd="9" destOrd="0" presId="urn:microsoft.com/office/officeart/2018/2/layout/IconCircleList"/>
    <dgm:cxn modelId="{D586568C-7654-4FC2-9DC1-6383F3A8A94B}" type="presParOf" srcId="{913A84AC-F9AD-466C-BE03-DD4200C04DA4}" destId="{C53953D0-1153-4056-8FD9-958ED1994629}" srcOrd="10" destOrd="0" presId="urn:microsoft.com/office/officeart/2018/2/layout/IconCircleList"/>
    <dgm:cxn modelId="{F782E1ED-C99B-4351-92C1-4718461090F3}" type="presParOf" srcId="{C53953D0-1153-4056-8FD9-958ED1994629}" destId="{E7E22FC3-1A07-490B-AEAB-19BC23E7487B}" srcOrd="0" destOrd="0" presId="urn:microsoft.com/office/officeart/2018/2/layout/IconCircleList"/>
    <dgm:cxn modelId="{151E1C7A-58B5-4D08-A03A-D707AC2EB3B9}" type="presParOf" srcId="{C53953D0-1153-4056-8FD9-958ED1994629}" destId="{BA0A63B2-C24E-4AC7-AB5D-CB89D258C81A}" srcOrd="1" destOrd="0" presId="urn:microsoft.com/office/officeart/2018/2/layout/IconCircleList"/>
    <dgm:cxn modelId="{BFEAF9C4-5A4F-42B7-940B-3C69FBCA3B36}" type="presParOf" srcId="{C53953D0-1153-4056-8FD9-958ED1994629}" destId="{73089F37-75C9-4218-8382-E7F1B9512B3A}" srcOrd="2" destOrd="0" presId="urn:microsoft.com/office/officeart/2018/2/layout/IconCircleList"/>
    <dgm:cxn modelId="{734E275F-C982-4742-A63B-AC03AD042D20}" type="presParOf" srcId="{C53953D0-1153-4056-8FD9-958ED1994629}" destId="{F24F6AE2-5475-4D33-A3E0-245F52AECBE4}" srcOrd="3" destOrd="0" presId="urn:microsoft.com/office/officeart/2018/2/layout/IconCircleList"/>
    <dgm:cxn modelId="{3103359E-BD10-47FB-8A23-6E00BBC01094}" type="presParOf" srcId="{913A84AC-F9AD-466C-BE03-DD4200C04DA4}" destId="{ED7EC800-EF70-4864-8574-438F223BC881}" srcOrd="11" destOrd="0" presId="urn:microsoft.com/office/officeart/2018/2/layout/IconCircleList"/>
    <dgm:cxn modelId="{42306892-030F-4D7E-B3B1-DAA44D95A930}" type="presParOf" srcId="{913A84AC-F9AD-466C-BE03-DD4200C04DA4}" destId="{3335C6B6-00AD-4706-B815-D61618B166BE}" srcOrd="12" destOrd="0" presId="urn:microsoft.com/office/officeart/2018/2/layout/IconCircleList"/>
    <dgm:cxn modelId="{9E70BE03-9BC2-40BD-B113-2415E9AFE0AC}" type="presParOf" srcId="{3335C6B6-00AD-4706-B815-D61618B166BE}" destId="{B7AA2058-D406-4E6B-83CB-591EC560251F}" srcOrd="0" destOrd="0" presId="urn:microsoft.com/office/officeart/2018/2/layout/IconCircleList"/>
    <dgm:cxn modelId="{97FD6F78-B575-4727-9940-38152E58745C}" type="presParOf" srcId="{3335C6B6-00AD-4706-B815-D61618B166BE}" destId="{66B6AF65-417B-430B-B9C7-FBAD49AD54CF}" srcOrd="1" destOrd="0" presId="urn:microsoft.com/office/officeart/2018/2/layout/IconCircleList"/>
    <dgm:cxn modelId="{0FFDD6A0-EE28-4A32-86A3-8B980AD2283F}" type="presParOf" srcId="{3335C6B6-00AD-4706-B815-D61618B166BE}" destId="{549DC407-CC49-46C3-AE76-BAE3B5C72197}" srcOrd="2" destOrd="0" presId="urn:microsoft.com/office/officeart/2018/2/layout/IconCircleList"/>
    <dgm:cxn modelId="{56FD7CC1-B844-4273-BEEE-CAC38AB66113}" type="presParOf" srcId="{3335C6B6-00AD-4706-B815-D61618B166BE}" destId="{3C6B19FD-5C20-40AF-A429-0346803DBAF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39A063-983E-4808-B319-F7D24BB8F4C8}">
      <dsp:nvSpPr>
        <dsp:cNvPr id="0" name=""/>
        <dsp:cNvSpPr/>
      </dsp:nvSpPr>
      <dsp:spPr>
        <a:xfrm>
          <a:off x="404043" y="1310146"/>
          <a:ext cx="658125" cy="65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28D9D1-CC8D-421C-8C15-05FE20ABD3C0}">
      <dsp:nvSpPr>
        <dsp:cNvPr id="0" name=""/>
        <dsp:cNvSpPr/>
      </dsp:nvSpPr>
      <dsp:spPr>
        <a:xfrm>
          <a:off x="1856" y="2228874"/>
          <a:ext cx="1462500" cy="80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Analyze customer ordering patterns to understand preferences, peak hours, and repeat behavior.</a:t>
          </a:r>
        </a:p>
      </dsp:txBody>
      <dsp:txXfrm>
        <a:off x="1856" y="2228874"/>
        <a:ext cx="1462500" cy="804375"/>
      </dsp:txXfrm>
    </dsp:sp>
    <dsp:sp modelId="{94CA5F06-3A7A-4C8E-9789-684A78999C93}">
      <dsp:nvSpPr>
        <dsp:cNvPr id="0" name=""/>
        <dsp:cNvSpPr/>
      </dsp:nvSpPr>
      <dsp:spPr>
        <a:xfrm>
          <a:off x="2122481" y="1310146"/>
          <a:ext cx="658125" cy="65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10F950-51E5-4815-B306-BC4CBE573433}">
      <dsp:nvSpPr>
        <dsp:cNvPr id="0" name=""/>
        <dsp:cNvSpPr/>
      </dsp:nvSpPr>
      <dsp:spPr>
        <a:xfrm>
          <a:off x="1720293" y="2228874"/>
          <a:ext cx="1462500" cy="80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To track and measure key business KPIs such as sales, revenue, ratings, growth, and customer ratings.</a:t>
          </a:r>
        </a:p>
      </dsp:txBody>
      <dsp:txXfrm>
        <a:off x="1720293" y="2228874"/>
        <a:ext cx="1462500" cy="804375"/>
      </dsp:txXfrm>
    </dsp:sp>
    <dsp:sp modelId="{E208ECDC-71B8-47B8-9F4F-E31D54CD9E57}">
      <dsp:nvSpPr>
        <dsp:cNvPr id="0" name=""/>
        <dsp:cNvSpPr/>
      </dsp:nvSpPr>
      <dsp:spPr>
        <a:xfrm>
          <a:off x="3840918" y="1310146"/>
          <a:ext cx="658125" cy="65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1AC873-ED4E-4374-99EB-2BECDFA789E3}">
      <dsp:nvSpPr>
        <dsp:cNvPr id="0" name=""/>
        <dsp:cNvSpPr/>
      </dsp:nvSpPr>
      <dsp:spPr>
        <a:xfrm>
          <a:off x="3438731" y="2228874"/>
          <a:ext cx="1462500" cy="80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Identify city-wise and cuisine-wise demand to support market expansion decisions.</a:t>
          </a:r>
        </a:p>
      </dsp:txBody>
      <dsp:txXfrm>
        <a:off x="3438731" y="2228874"/>
        <a:ext cx="1462500" cy="804375"/>
      </dsp:txXfrm>
    </dsp:sp>
    <dsp:sp modelId="{C05E9D78-C73F-4BBB-8B35-D36A664F5384}">
      <dsp:nvSpPr>
        <dsp:cNvPr id="0" name=""/>
        <dsp:cNvSpPr/>
      </dsp:nvSpPr>
      <dsp:spPr>
        <a:xfrm>
          <a:off x="5559356" y="1310146"/>
          <a:ext cx="658125" cy="6581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523C66-EBE3-4F6C-93C6-9F489223E694}">
      <dsp:nvSpPr>
        <dsp:cNvPr id="0" name=""/>
        <dsp:cNvSpPr/>
      </dsp:nvSpPr>
      <dsp:spPr>
        <a:xfrm>
          <a:off x="5157168" y="2228874"/>
          <a:ext cx="1462500" cy="80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 design interactive dashboards and reports for quick and easy performance monitoring by stakeholders.</a:t>
          </a:r>
        </a:p>
      </dsp:txBody>
      <dsp:txXfrm>
        <a:off x="5157168" y="2228874"/>
        <a:ext cx="1462500" cy="804375"/>
      </dsp:txXfrm>
    </dsp:sp>
    <dsp:sp modelId="{8604EBFE-3FF1-4701-8D35-1165FFD752B7}">
      <dsp:nvSpPr>
        <dsp:cNvPr id="0" name=""/>
        <dsp:cNvSpPr/>
      </dsp:nvSpPr>
      <dsp:spPr>
        <a:xfrm>
          <a:off x="7277793" y="1310146"/>
          <a:ext cx="658125" cy="65812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215A16-85B0-43B0-83AA-AEF22D16FCD9}">
      <dsp:nvSpPr>
        <dsp:cNvPr id="0" name=""/>
        <dsp:cNvSpPr/>
      </dsp:nvSpPr>
      <dsp:spPr>
        <a:xfrm>
          <a:off x="6875606" y="2228874"/>
          <a:ext cx="1462500" cy="80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Assess the impact of discounts and offers on revenue and customer engagement.</a:t>
          </a:r>
        </a:p>
      </dsp:txBody>
      <dsp:txXfrm>
        <a:off x="6875606" y="2228874"/>
        <a:ext cx="1462500" cy="804375"/>
      </dsp:txXfrm>
    </dsp:sp>
    <dsp:sp modelId="{0476691C-84E3-40F0-BF1C-E79A8325A2E6}">
      <dsp:nvSpPr>
        <dsp:cNvPr id="0" name=""/>
        <dsp:cNvSpPr/>
      </dsp:nvSpPr>
      <dsp:spPr>
        <a:xfrm>
          <a:off x="8996231" y="1310146"/>
          <a:ext cx="658125" cy="65812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0ECFA-F4BB-4897-B7FA-476F0A24C386}">
      <dsp:nvSpPr>
        <dsp:cNvPr id="0" name=""/>
        <dsp:cNvSpPr/>
      </dsp:nvSpPr>
      <dsp:spPr>
        <a:xfrm>
          <a:off x="8594043" y="2228874"/>
          <a:ext cx="1462500" cy="80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 support strategic planning by providing insights on customer behavior, market performance, and profitability.</a:t>
          </a:r>
        </a:p>
      </dsp:txBody>
      <dsp:txXfrm>
        <a:off x="8594043" y="2228874"/>
        <a:ext cx="1462500" cy="8043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5361F-84BE-42FE-891F-98B523AE9844}">
      <dsp:nvSpPr>
        <dsp:cNvPr id="0" name=""/>
        <dsp:cNvSpPr/>
      </dsp:nvSpPr>
      <dsp:spPr>
        <a:xfrm>
          <a:off x="3493235" y="695800"/>
          <a:ext cx="5367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6795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47448" y="738683"/>
        <a:ext cx="28369" cy="5673"/>
      </dsp:txXfrm>
    </dsp:sp>
    <dsp:sp modelId="{C1FCF9EE-E198-4FF6-A3E0-69CC48A430C7}">
      <dsp:nvSpPr>
        <dsp:cNvPr id="0" name=""/>
        <dsp:cNvSpPr/>
      </dsp:nvSpPr>
      <dsp:spPr>
        <a:xfrm>
          <a:off x="1028097" y="1439"/>
          <a:ext cx="2466937" cy="1480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882" tIns="126887" rIns="120882" bIns="12688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Extracted raw data from Excel/CSV sources and loaded it into Excel, Tableau, and Power BI for analysis.</a:t>
          </a:r>
        </a:p>
      </dsp:txBody>
      <dsp:txXfrm>
        <a:off x="1028097" y="1439"/>
        <a:ext cx="2466937" cy="1480162"/>
      </dsp:txXfrm>
    </dsp:sp>
    <dsp:sp modelId="{4C51296E-8A05-47C5-810D-D0A956AF7187}">
      <dsp:nvSpPr>
        <dsp:cNvPr id="0" name=""/>
        <dsp:cNvSpPr/>
      </dsp:nvSpPr>
      <dsp:spPr>
        <a:xfrm>
          <a:off x="6527568" y="695800"/>
          <a:ext cx="5367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6795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781781" y="738683"/>
        <a:ext cx="28369" cy="5673"/>
      </dsp:txXfrm>
    </dsp:sp>
    <dsp:sp modelId="{6186A406-C09C-4F7D-A611-539E1928603E}">
      <dsp:nvSpPr>
        <dsp:cNvPr id="0" name=""/>
        <dsp:cNvSpPr/>
      </dsp:nvSpPr>
      <dsp:spPr>
        <a:xfrm>
          <a:off x="4062430" y="1439"/>
          <a:ext cx="2466937" cy="1480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882" tIns="126887" rIns="120882" bIns="12688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Cleaned data by removing duplicates, handling missing values, and correcting data types using Excel and Power Query.</a:t>
          </a:r>
        </a:p>
      </dsp:txBody>
      <dsp:txXfrm>
        <a:off x="4062430" y="1439"/>
        <a:ext cx="2466937" cy="1480162"/>
      </dsp:txXfrm>
    </dsp:sp>
    <dsp:sp modelId="{D39FAA7F-0327-493E-BC74-A4F4D8585E56}">
      <dsp:nvSpPr>
        <dsp:cNvPr id="0" name=""/>
        <dsp:cNvSpPr/>
      </dsp:nvSpPr>
      <dsp:spPr>
        <a:xfrm>
          <a:off x="2261566" y="1479802"/>
          <a:ext cx="6068666" cy="536795"/>
        </a:xfrm>
        <a:custGeom>
          <a:avLst/>
          <a:gdLst/>
          <a:ahLst/>
          <a:cxnLst/>
          <a:rect l="0" t="0" r="0" b="0"/>
          <a:pathLst>
            <a:path>
              <a:moveTo>
                <a:pt x="6068666" y="0"/>
              </a:moveTo>
              <a:lnTo>
                <a:pt x="6068666" y="285497"/>
              </a:lnTo>
              <a:lnTo>
                <a:pt x="0" y="285497"/>
              </a:lnTo>
              <a:lnTo>
                <a:pt x="0" y="536795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43521" y="1745363"/>
        <a:ext cx="304756" cy="5673"/>
      </dsp:txXfrm>
    </dsp:sp>
    <dsp:sp modelId="{BC2C18FB-AF75-4515-BC71-F33A6B78C9BB}">
      <dsp:nvSpPr>
        <dsp:cNvPr id="0" name=""/>
        <dsp:cNvSpPr/>
      </dsp:nvSpPr>
      <dsp:spPr>
        <a:xfrm>
          <a:off x="7096763" y="1439"/>
          <a:ext cx="2466937" cy="1480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882" tIns="126887" rIns="120882" bIns="12688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Transformed data by standardizing fields (dates, city, category, ratings) and creating derived columns (Month, Year, Financial Month).</a:t>
          </a:r>
        </a:p>
      </dsp:txBody>
      <dsp:txXfrm>
        <a:off x="7096763" y="1439"/>
        <a:ext cx="2466937" cy="1480162"/>
      </dsp:txXfrm>
    </dsp:sp>
    <dsp:sp modelId="{75DBD286-5697-4394-A2DD-D0E62D75635A}">
      <dsp:nvSpPr>
        <dsp:cNvPr id="0" name=""/>
        <dsp:cNvSpPr/>
      </dsp:nvSpPr>
      <dsp:spPr>
        <a:xfrm>
          <a:off x="3493235" y="2743359"/>
          <a:ext cx="5367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6795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47448" y="2786242"/>
        <a:ext cx="28369" cy="5673"/>
      </dsp:txXfrm>
    </dsp:sp>
    <dsp:sp modelId="{BAB7CB21-6BE5-453C-84D7-8A1F4490B702}">
      <dsp:nvSpPr>
        <dsp:cNvPr id="0" name=""/>
        <dsp:cNvSpPr/>
      </dsp:nvSpPr>
      <dsp:spPr>
        <a:xfrm>
          <a:off x="1028097" y="2048997"/>
          <a:ext cx="2466937" cy="1480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882" tIns="126887" rIns="120882" bIns="12688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Built calculated measures using Excel formulas, Tableau calculated fields, and Power BI DAX for KPI calculations.</a:t>
          </a:r>
        </a:p>
      </dsp:txBody>
      <dsp:txXfrm>
        <a:off x="1028097" y="2048997"/>
        <a:ext cx="2466937" cy="1480162"/>
      </dsp:txXfrm>
    </dsp:sp>
    <dsp:sp modelId="{32F7D976-8FA3-4ED4-8B2C-3815CBBDA92B}">
      <dsp:nvSpPr>
        <dsp:cNvPr id="0" name=""/>
        <dsp:cNvSpPr/>
      </dsp:nvSpPr>
      <dsp:spPr>
        <a:xfrm>
          <a:off x="6527568" y="2743359"/>
          <a:ext cx="5367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6795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781781" y="2786242"/>
        <a:ext cx="28369" cy="5673"/>
      </dsp:txXfrm>
    </dsp:sp>
    <dsp:sp modelId="{E2CB6674-83A0-4AF0-BE1B-B17939B1FAC3}">
      <dsp:nvSpPr>
        <dsp:cNvPr id="0" name=""/>
        <dsp:cNvSpPr/>
      </dsp:nvSpPr>
      <dsp:spPr>
        <a:xfrm>
          <a:off x="4062430" y="2048997"/>
          <a:ext cx="2466937" cy="1480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882" tIns="126887" rIns="120882" bIns="12688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Loaded transformed data into dashboards and created relationships between tables for accurate analysis.</a:t>
          </a:r>
        </a:p>
      </dsp:txBody>
      <dsp:txXfrm>
        <a:off x="4062430" y="2048997"/>
        <a:ext cx="2466937" cy="1480162"/>
      </dsp:txXfrm>
    </dsp:sp>
    <dsp:sp modelId="{4EA55F92-22D4-42E3-943F-BD9E5FFD13B2}">
      <dsp:nvSpPr>
        <dsp:cNvPr id="0" name=""/>
        <dsp:cNvSpPr/>
      </dsp:nvSpPr>
      <dsp:spPr>
        <a:xfrm>
          <a:off x="7096763" y="2048997"/>
          <a:ext cx="2466937" cy="1480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882" tIns="126887" rIns="120882" bIns="12688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Developed interactive dashboards with filters and KPIs to deliver actionable business insights.</a:t>
          </a:r>
        </a:p>
      </dsp:txBody>
      <dsp:txXfrm>
        <a:off x="7096763" y="2048997"/>
        <a:ext cx="2466937" cy="14801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86913D-0DD1-4877-9D6F-BDED717A0CD8}">
      <dsp:nvSpPr>
        <dsp:cNvPr id="0" name=""/>
        <dsp:cNvSpPr/>
      </dsp:nvSpPr>
      <dsp:spPr>
        <a:xfrm>
          <a:off x="565157" y="84976"/>
          <a:ext cx="735198" cy="73519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462B8A-51CD-4269-B86D-3FC6855C4A79}">
      <dsp:nvSpPr>
        <dsp:cNvPr id="0" name=""/>
        <dsp:cNvSpPr/>
      </dsp:nvSpPr>
      <dsp:spPr>
        <a:xfrm>
          <a:off x="719548" y="239367"/>
          <a:ext cx="426415" cy="4264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F94A51-EA29-4227-9CF0-194D132DB275}">
      <dsp:nvSpPr>
        <dsp:cNvPr id="0" name=""/>
        <dsp:cNvSpPr/>
      </dsp:nvSpPr>
      <dsp:spPr>
        <a:xfrm>
          <a:off x="1457898" y="84976"/>
          <a:ext cx="1732968" cy="7351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Successfully completed end-to-end data analytics using Excel, Tableau, and Power BI.</a:t>
          </a:r>
        </a:p>
      </dsp:txBody>
      <dsp:txXfrm>
        <a:off x="1457898" y="84976"/>
        <a:ext cx="1732968" cy="735198"/>
      </dsp:txXfrm>
    </dsp:sp>
    <dsp:sp modelId="{36A18FEA-7012-4ABC-8208-652BC7F0F750}">
      <dsp:nvSpPr>
        <dsp:cNvPr id="0" name=""/>
        <dsp:cNvSpPr/>
      </dsp:nvSpPr>
      <dsp:spPr>
        <a:xfrm>
          <a:off x="3492823" y="84976"/>
          <a:ext cx="735198" cy="73519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1DACAC-F9AE-40D4-B4A8-26AF2F2131E1}">
      <dsp:nvSpPr>
        <dsp:cNvPr id="0" name=""/>
        <dsp:cNvSpPr/>
      </dsp:nvSpPr>
      <dsp:spPr>
        <a:xfrm>
          <a:off x="3647215" y="239367"/>
          <a:ext cx="426415" cy="4264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EE84DA-9ADA-4F43-9E4B-5E1A55E08BA9}">
      <dsp:nvSpPr>
        <dsp:cNvPr id="0" name=""/>
        <dsp:cNvSpPr/>
      </dsp:nvSpPr>
      <dsp:spPr>
        <a:xfrm>
          <a:off x="4385564" y="84976"/>
          <a:ext cx="1732968" cy="7351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Implemented effective ETL processes to clean, transform, and model raw data for analysis.</a:t>
          </a:r>
        </a:p>
      </dsp:txBody>
      <dsp:txXfrm>
        <a:off x="4385564" y="84976"/>
        <a:ext cx="1732968" cy="735198"/>
      </dsp:txXfrm>
    </dsp:sp>
    <dsp:sp modelId="{88D759CE-8204-4021-88E3-254F3E2793FC}">
      <dsp:nvSpPr>
        <dsp:cNvPr id="0" name=""/>
        <dsp:cNvSpPr/>
      </dsp:nvSpPr>
      <dsp:spPr>
        <a:xfrm>
          <a:off x="6420490" y="84976"/>
          <a:ext cx="735198" cy="73519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67B3F5-CE49-4D50-A11C-75244E4F283B}">
      <dsp:nvSpPr>
        <dsp:cNvPr id="0" name=""/>
        <dsp:cNvSpPr/>
      </dsp:nvSpPr>
      <dsp:spPr>
        <a:xfrm>
          <a:off x="6574881" y="239367"/>
          <a:ext cx="426415" cy="4264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0B397-B189-482A-BCA0-E877F1D31FE8}">
      <dsp:nvSpPr>
        <dsp:cNvPr id="0" name=""/>
        <dsp:cNvSpPr/>
      </dsp:nvSpPr>
      <dsp:spPr>
        <a:xfrm>
          <a:off x="7313231" y="84976"/>
          <a:ext cx="1732968" cy="7351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Developed interactive dashboards to track key KPIs and monitor business performance.</a:t>
          </a:r>
        </a:p>
      </dsp:txBody>
      <dsp:txXfrm>
        <a:off x="7313231" y="84976"/>
        <a:ext cx="1732968" cy="735198"/>
      </dsp:txXfrm>
    </dsp:sp>
    <dsp:sp modelId="{6FC5BD13-679D-45C7-A574-E7BC28150F1B}">
      <dsp:nvSpPr>
        <dsp:cNvPr id="0" name=""/>
        <dsp:cNvSpPr/>
      </dsp:nvSpPr>
      <dsp:spPr>
        <a:xfrm>
          <a:off x="565157" y="1432058"/>
          <a:ext cx="735198" cy="73519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47184D-6FA5-4FC1-A289-09B8A7FD758A}">
      <dsp:nvSpPr>
        <dsp:cNvPr id="0" name=""/>
        <dsp:cNvSpPr/>
      </dsp:nvSpPr>
      <dsp:spPr>
        <a:xfrm>
          <a:off x="719548" y="1586450"/>
          <a:ext cx="426415" cy="4264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BFB1F8-DD91-47AA-9062-061389B0CAF4}">
      <dsp:nvSpPr>
        <dsp:cNvPr id="0" name=""/>
        <dsp:cNvSpPr/>
      </dsp:nvSpPr>
      <dsp:spPr>
        <a:xfrm>
          <a:off x="1457898" y="1432058"/>
          <a:ext cx="1732968" cy="7351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Improved data accuracy and consistency through standardization and validation techniques.</a:t>
          </a:r>
        </a:p>
      </dsp:txBody>
      <dsp:txXfrm>
        <a:off x="1457898" y="1432058"/>
        <a:ext cx="1732968" cy="735198"/>
      </dsp:txXfrm>
    </dsp:sp>
    <dsp:sp modelId="{5B165087-31D6-46A6-9D68-7ACC0022F969}">
      <dsp:nvSpPr>
        <dsp:cNvPr id="0" name=""/>
        <dsp:cNvSpPr/>
      </dsp:nvSpPr>
      <dsp:spPr>
        <a:xfrm>
          <a:off x="3492823" y="1432058"/>
          <a:ext cx="735198" cy="73519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78CE0-C4CB-48FA-8048-2F9C25BD63B3}">
      <dsp:nvSpPr>
        <dsp:cNvPr id="0" name=""/>
        <dsp:cNvSpPr/>
      </dsp:nvSpPr>
      <dsp:spPr>
        <a:xfrm>
          <a:off x="3647215" y="1586450"/>
          <a:ext cx="426415" cy="4264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D65076-FCD8-427B-B34F-1F881031EB49}">
      <dsp:nvSpPr>
        <dsp:cNvPr id="0" name=""/>
        <dsp:cNvSpPr/>
      </dsp:nvSpPr>
      <dsp:spPr>
        <a:xfrm>
          <a:off x="4385564" y="1432058"/>
          <a:ext cx="1732968" cy="7351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Enabled faster and better decision-making by providing actionable insights to stakeholders.</a:t>
          </a:r>
        </a:p>
      </dsp:txBody>
      <dsp:txXfrm>
        <a:off x="4385564" y="1432058"/>
        <a:ext cx="1732968" cy="735198"/>
      </dsp:txXfrm>
    </dsp:sp>
    <dsp:sp modelId="{E7E22FC3-1A07-490B-AEAB-19BC23E7487B}">
      <dsp:nvSpPr>
        <dsp:cNvPr id="0" name=""/>
        <dsp:cNvSpPr/>
      </dsp:nvSpPr>
      <dsp:spPr>
        <a:xfrm>
          <a:off x="6420490" y="1432058"/>
          <a:ext cx="735198" cy="73519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0A63B2-C24E-4AC7-AB5D-CB89D258C81A}">
      <dsp:nvSpPr>
        <dsp:cNvPr id="0" name=""/>
        <dsp:cNvSpPr/>
      </dsp:nvSpPr>
      <dsp:spPr>
        <a:xfrm>
          <a:off x="6574881" y="1586450"/>
          <a:ext cx="426415" cy="42641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4F6AE2-5475-4D33-A3E0-245F52AECBE4}">
      <dsp:nvSpPr>
        <dsp:cNvPr id="0" name=""/>
        <dsp:cNvSpPr/>
      </dsp:nvSpPr>
      <dsp:spPr>
        <a:xfrm>
          <a:off x="7313231" y="1432058"/>
          <a:ext cx="1732968" cy="7351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Reduced manual reporting effort by automating calculations and visualizations.</a:t>
          </a:r>
        </a:p>
      </dsp:txBody>
      <dsp:txXfrm>
        <a:off x="7313231" y="1432058"/>
        <a:ext cx="1732968" cy="735198"/>
      </dsp:txXfrm>
    </dsp:sp>
    <dsp:sp modelId="{B7AA2058-D406-4E6B-83CB-591EC560251F}">
      <dsp:nvSpPr>
        <dsp:cNvPr id="0" name=""/>
        <dsp:cNvSpPr/>
      </dsp:nvSpPr>
      <dsp:spPr>
        <a:xfrm>
          <a:off x="565157" y="2779141"/>
          <a:ext cx="735198" cy="73519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B6AF65-417B-430B-B9C7-FBAD49AD54CF}">
      <dsp:nvSpPr>
        <dsp:cNvPr id="0" name=""/>
        <dsp:cNvSpPr/>
      </dsp:nvSpPr>
      <dsp:spPr>
        <a:xfrm>
          <a:off x="719548" y="2933532"/>
          <a:ext cx="426415" cy="42641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6B19FD-5C20-40AF-A429-0346803DBAFC}">
      <dsp:nvSpPr>
        <dsp:cNvPr id="0" name=""/>
        <dsp:cNvSpPr/>
      </dsp:nvSpPr>
      <dsp:spPr>
        <a:xfrm>
          <a:off x="1457898" y="2779141"/>
          <a:ext cx="1732968" cy="7351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Strengthened practical skills in data analysis, data modeling, and business intelligence tools.</a:t>
          </a:r>
        </a:p>
      </dsp:txBody>
      <dsp:txXfrm>
        <a:off x="1457898" y="2779141"/>
        <a:ext cx="1732968" cy="7351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44803B6E-ED9D-8FAA-E1E4-F2DC90424BB5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-455612" y="0"/>
          <a:ext cx="10363200" cy="4495800"/>
        </a:xfrm>
        <a:prstGeom xmlns:a="http://schemas.openxmlformats.org/drawingml/2006/main" prst="rect">
          <a:avLst/>
        </a:prstGeom>
        <a:ln xmlns:a="http://schemas.openxmlformats.org/drawingml/2006/main" w="228600" cap="sq" cmpd="thickThin">
          <a:solidFill>
            <a:srgbClr val="000000"/>
          </a:solidFill>
          <a:prstDash val="solid"/>
          <a:miter lim="800000"/>
        </a:ln>
        <a:effectLst xmlns:a="http://schemas.openxmlformats.org/drawingml/2006/main">
          <a:innerShdw blurRad="76200">
            <a:srgbClr val="000000"/>
          </a:innerShdw>
        </a:effectLst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00F4EB66-3470-B2E6-30FA-1841724A9363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0439400" cy="4419600"/>
        </a:xfrm>
        <a:prstGeom xmlns:a="http://schemas.openxmlformats.org/drawingml/2006/main" prst="rect">
          <a:avLst/>
        </a:prstGeom>
        <a:ln xmlns:a="http://schemas.openxmlformats.org/drawingml/2006/main" w="228600" cap="sq" cmpd="thickThin">
          <a:solidFill>
            <a:srgbClr val="000000"/>
          </a:solidFill>
          <a:prstDash val="solid"/>
          <a:miter lim="800000"/>
        </a:ln>
        <a:effectLst xmlns:a="http://schemas.openxmlformats.org/drawingml/2006/main">
          <a:innerShdw blurRad="76200">
            <a:srgbClr val="000000"/>
          </a:innerShdw>
        </a:effectLst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5" name="chart">
          <a:extLst xmlns:a="http://schemas.openxmlformats.org/drawingml/2006/main">
            <a:ext uri="{FF2B5EF4-FFF2-40B4-BE49-F238E27FC236}">
              <a16:creationId xmlns:a16="http://schemas.microsoft.com/office/drawing/2014/main" id="{B94A8930-505E-5941-A084-AA18F23AAB65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-608012" y="0"/>
          <a:ext cx="10591800" cy="4724400"/>
        </a:xfrm>
        <a:prstGeom xmlns:a="http://schemas.openxmlformats.org/drawingml/2006/main" prst="rect">
          <a:avLst/>
        </a:prstGeom>
        <a:ln xmlns:a="http://schemas.openxmlformats.org/drawingml/2006/main" w="228600" cap="sq" cmpd="thickThin">
          <a:solidFill>
            <a:srgbClr val="000000"/>
          </a:solidFill>
          <a:prstDash val="solid"/>
          <a:miter lim="800000"/>
        </a:ln>
        <a:effectLst xmlns:a="http://schemas.openxmlformats.org/drawingml/2006/main">
          <a:innerShdw blurRad="76200">
            <a:srgbClr val="000000"/>
          </a:innerShdw>
        </a:effectLst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430DFE1A-9411-A5A8-0D51-5693ADB2E47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2685714" cy="5104762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6D341-6D40-498C-B355-1A6B10FB4029}" type="datetimeFigureOut">
              <a:rPr lang="en-US"/>
              <a:t>2/6/2026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86A95-D0A4-44B9-98DA-3665758D826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984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E7497-3723-4859-BCC5-41DA474F1359}" type="datetimeFigureOut">
              <a:rPr lang="en-US"/>
              <a:t>2/6/2026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821A9-1C31-4760-BDBC-9A0BA471B1B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2161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To replace a picture, just select and delete it. Then use the Insert Picture icon to replace it with one of your own!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3821A9-1C31-4760-BDBC-9A0BA471B1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22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279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70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95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37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5749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3" y="4243845"/>
            <a:ext cx="3076307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5750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09342" y="2590078"/>
            <a:ext cx="3076308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145" y="2733709"/>
            <a:ext cx="8142013" cy="1373070"/>
          </a:xfrm>
        </p:spPr>
        <p:txBody>
          <a:bodyPr anchor="b">
            <a:noAutofit/>
          </a:bodyPr>
          <a:lstStyle>
            <a:lvl1pPr algn="r">
              <a:defRPr sz="5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145" y="4394040"/>
            <a:ext cx="8142013" cy="1117687"/>
          </a:xfrm>
        </p:spPr>
        <p:txBody>
          <a:bodyPr>
            <a:normAutofit/>
          </a:bodyPr>
          <a:lstStyle>
            <a:lvl1pPr marL="0" indent="0" algn="r">
              <a:buNone/>
              <a:defRPr sz="19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2936" y="2750337"/>
            <a:ext cx="1171583" cy="1356442"/>
          </a:xfrm>
        </p:spPr>
        <p:txBody>
          <a:bodyPr/>
          <a:lstStyle/>
          <a:p>
            <a:fld id="{F25A965E-3C11-4F28-82DC-E30D63FA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7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5094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70" y="1971234"/>
            <a:ext cx="1602580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5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3071" y="609600"/>
            <a:ext cx="1602580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6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5094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68" y="4087901"/>
            <a:ext cx="1602580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5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3069" y="2726267"/>
            <a:ext cx="1602580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145" y="2869895"/>
            <a:ext cx="9611356" cy="1090788"/>
          </a:xfrm>
        </p:spPr>
        <p:txBody>
          <a:bodyPr anchor="ctr">
            <a:normAutofit/>
          </a:bodyPr>
          <a:lstStyle>
            <a:lvl1pPr algn="r"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145" y="4232172"/>
            <a:ext cx="9611356" cy="1704017"/>
          </a:xfrm>
        </p:spPr>
        <p:txBody>
          <a:bodyPr>
            <a:normAutofit/>
          </a:bodyPr>
          <a:lstStyle>
            <a:lvl1pPr marL="0" indent="0" algn="r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6662" y="2869896"/>
            <a:ext cx="1153850" cy="1090789"/>
          </a:xfrm>
        </p:spPr>
        <p:txBody>
          <a:bodyPr/>
          <a:lstStyle/>
          <a:p>
            <a:fld id="{F25A965E-3C11-4F28-82DC-E30D63FA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4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5094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70" y="1971234"/>
            <a:ext cx="1602580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5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3071" y="609600"/>
            <a:ext cx="1602580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143" y="2336873"/>
            <a:ext cx="4697134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2666" y="2336873"/>
            <a:ext cx="4698834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11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5094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70" y="1971234"/>
            <a:ext cx="1602580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5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3071" y="609600"/>
            <a:ext cx="1602580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143" y="753230"/>
            <a:ext cx="9611359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115" y="2336874"/>
            <a:ext cx="4471162" cy="693135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146" y="3030009"/>
            <a:ext cx="4697131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18638" y="2336873"/>
            <a:ext cx="4472863" cy="692076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2667" y="3030009"/>
            <a:ext cx="469883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5094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70" y="1971234"/>
            <a:ext cx="1602580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5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3071" y="609600"/>
            <a:ext cx="1602580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3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70" y="1971234"/>
            <a:ext cx="1602580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3071" y="609600"/>
            <a:ext cx="1602580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8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5094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70" y="1971234"/>
            <a:ext cx="1602580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5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3071" y="609600"/>
            <a:ext cx="1602580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145" y="753227"/>
            <a:ext cx="9611355" cy="1080940"/>
          </a:xfrm>
        </p:spPr>
        <p:txBody>
          <a:bodyPr anchor="ctr"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626" y="2336874"/>
            <a:ext cx="5606875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145" y="2336873"/>
            <a:ext cx="3789091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80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5094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70" y="1971234"/>
            <a:ext cx="1602580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5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3071" y="609600"/>
            <a:ext cx="1602580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147" y="753228"/>
            <a:ext cx="9611353" cy="1080938"/>
          </a:xfrm>
        </p:spPr>
        <p:txBody>
          <a:bodyPr anchor="ctr"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7066" y="2336874"/>
            <a:ext cx="5424436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146" y="2336874"/>
            <a:ext cx="387524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0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5094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70" y="5929622"/>
            <a:ext cx="1602580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5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3071" y="4567988"/>
            <a:ext cx="1602580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146" y="4711617"/>
            <a:ext cx="9611355" cy="453051"/>
          </a:xfrm>
        </p:spPr>
        <p:txBody>
          <a:bodyPr anchor="b">
            <a:normAutofit/>
          </a:bodyPr>
          <a:lstStyle>
            <a:lvl1pPr>
              <a:defRPr sz="2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146" y="609598"/>
            <a:ext cx="9611355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142" y="5169584"/>
            <a:ext cx="9611358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6662" y="4711310"/>
            <a:ext cx="1153850" cy="1090789"/>
          </a:xfrm>
        </p:spPr>
        <p:txBody>
          <a:bodyPr/>
          <a:lstStyle/>
          <a:p>
            <a:fld id="{F25A965E-3C11-4F28-82DC-E30D63FAC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4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5094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70" y="5929622"/>
            <a:ext cx="1602580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5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3071" y="4567988"/>
            <a:ext cx="1602580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145" y="609597"/>
            <a:ext cx="9611354" cy="3592750"/>
          </a:xfrm>
        </p:spPr>
        <p:txBody>
          <a:bodyPr anchor="ctr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146" y="4711616"/>
            <a:ext cx="9611355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6662" y="4711616"/>
            <a:ext cx="1153850" cy="1090789"/>
          </a:xfrm>
        </p:spPr>
        <p:txBody>
          <a:bodyPr/>
          <a:lstStyle/>
          <a:p>
            <a:fld id="{F25A965E-3C11-4F28-82DC-E30D63FAC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564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5094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70" y="5929622"/>
            <a:ext cx="1602580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5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3071" y="4567988"/>
            <a:ext cx="1602580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563" y="609599"/>
            <a:ext cx="8716606" cy="3036061"/>
          </a:xfrm>
        </p:spPr>
        <p:txBody>
          <a:bodyPr anchor="ctr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1923" y="3653379"/>
            <a:ext cx="8154455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146" y="4711616"/>
            <a:ext cx="9611355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6662" y="4709926"/>
            <a:ext cx="1153850" cy="1090789"/>
          </a:xfrm>
        </p:spPr>
        <p:txBody>
          <a:bodyPr/>
          <a:lstStyle/>
          <a:p>
            <a:fld id="{F25A965E-3C11-4F28-82DC-E30D63FAC43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420" y="74811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1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0293" y="3033524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1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3093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5094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70" y="5929622"/>
            <a:ext cx="1602580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5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3071" y="4567988"/>
            <a:ext cx="1602580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142" y="4711616"/>
            <a:ext cx="9611358" cy="588535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143" y="5300150"/>
            <a:ext cx="9611358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6662" y="4709926"/>
            <a:ext cx="1153850" cy="1090789"/>
          </a:xfrm>
        </p:spPr>
        <p:txBody>
          <a:bodyPr/>
          <a:lstStyle/>
          <a:p>
            <a:fld id="{F25A965E-3C11-4F28-82DC-E30D63FAC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5071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5094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70" y="1971234"/>
            <a:ext cx="1602580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5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3071" y="609600"/>
            <a:ext cx="1602580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047" y="753228"/>
            <a:ext cx="962245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774" y="2336873"/>
            <a:ext cx="3069235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145" y="3022674"/>
            <a:ext cx="3048908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4995" y="2336873"/>
            <a:ext cx="306244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4443" y="3022674"/>
            <a:ext cx="306244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2275" y="2336873"/>
            <a:ext cx="3069226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2275" y="3022674"/>
            <a:ext cx="3069226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45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5094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70" y="1971234"/>
            <a:ext cx="1602580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5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3071" y="609600"/>
            <a:ext cx="1602580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145" y="753228"/>
            <a:ext cx="9611356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141" y="4297503"/>
            <a:ext cx="3048911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141" y="2336873"/>
            <a:ext cx="3048911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141" y="4873765"/>
            <a:ext cx="3048911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4444" y="4297503"/>
            <a:ext cx="306244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4443" y="2336873"/>
            <a:ext cx="306244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3090" y="4873764"/>
            <a:ext cx="3066498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8796" y="4297503"/>
            <a:ext cx="3062707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28795" y="2336873"/>
            <a:ext cx="306270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28671" y="4873762"/>
            <a:ext cx="306676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6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5094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70" y="1971234"/>
            <a:ext cx="1602580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5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3071" y="609600"/>
            <a:ext cx="1602580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20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3428" y="1869573"/>
            <a:ext cx="5106988" cy="136784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5424" y="5372581"/>
            <a:ext cx="1602997" cy="13678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6593" y="609597"/>
            <a:ext cx="107352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145" y="609598"/>
            <a:ext cx="886769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5353" y="5936188"/>
            <a:ext cx="2742486" cy="365125"/>
          </a:xfrm>
        </p:spPr>
        <p:txBody>
          <a:bodyPr/>
          <a:lstStyle/>
          <a:p>
            <a:fld id="{A753D76A-AFCE-4D96-B917-CBEF96F7D1E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145" y="5936189"/>
            <a:ext cx="6125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4921" y="5398634"/>
            <a:ext cx="1153850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F25A965E-3C11-4F28-82DC-E30D63FA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2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2" y="4843464"/>
            <a:ext cx="9144002" cy="947736"/>
          </a:xfrm>
        </p:spPr>
        <p:txBody>
          <a:bodyPr>
            <a:normAutofit/>
          </a:bodyPr>
          <a:lstStyle>
            <a:lvl1pPr algn="ctr">
              <a:lnSpc>
                <a:spcPct val="80000"/>
              </a:lnSpc>
              <a:defRPr sz="5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791200"/>
            <a:ext cx="9144000" cy="457200"/>
          </a:xfrm>
        </p:spPr>
        <p:txBody>
          <a:bodyPr wrap="square">
            <a:norm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 bwMode="gray">
          <a:xfrm>
            <a:off x="1634550" y="917753"/>
            <a:ext cx="2592388" cy="3314700"/>
          </a:xfrm>
          <a:solidFill>
            <a:schemeClr val="bg1">
              <a:lumMod val="95000"/>
            </a:schemeClr>
          </a:solidFill>
          <a:ln w="152400">
            <a:solidFill>
              <a:schemeClr val="bg1"/>
            </a:solidFill>
            <a:miter lim="800000"/>
          </a:ln>
          <a:effectLst>
            <a:outerShdw blurRad="88900" sx="101000" sy="101000" algn="tl" rotWithShape="0">
              <a:schemeClr val="accent1">
                <a:lumMod val="50000"/>
                <a:alpha val="15000"/>
              </a:schemeClr>
            </a:outerShdw>
          </a:effectLst>
        </p:spPr>
        <p:txBody>
          <a:bodyPr tIns="457200"/>
          <a:lstStyle>
            <a:lvl1pPr marL="4572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2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4"/>
          </p:nvPr>
        </p:nvSpPr>
        <p:spPr bwMode="gray">
          <a:xfrm>
            <a:off x="4787507" y="917753"/>
            <a:ext cx="2592388" cy="3314700"/>
          </a:xfrm>
          <a:solidFill>
            <a:schemeClr val="bg1">
              <a:lumMod val="95000"/>
            </a:schemeClr>
          </a:solidFill>
          <a:ln w="152400">
            <a:solidFill>
              <a:schemeClr val="bg1"/>
            </a:solidFill>
            <a:miter lim="800000"/>
          </a:ln>
          <a:effectLst>
            <a:outerShdw blurRad="88900" sx="101000" sy="101000" algn="tl" rotWithShape="0">
              <a:schemeClr val="accent1">
                <a:lumMod val="50000"/>
                <a:alpha val="15000"/>
              </a:schemeClr>
            </a:outerShdw>
          </a:effectLst>
        </p:spPr>
        <p:txBody>
          <a:bodyPr tIns="457200"/>
          <a:lstStyle>
            <a:lvl1pPr marL="4572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3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5"/>
          </p:nvPr>
        </p:nvSpPr>
        <p:spPr bwMode="gray">
          <a:xfrm>
            <a:off x="7940463" y="917753"/>
            <a:ext cx="2592388" cy="3314701"/>
          </a:xfrm>
          <a:solidFill>
            <a:schemeClr val="bg1">
              <a:lumMod val="95000"/>
            </a:schemeClr>
          </a:solidFill>
          <a:ln w="152400">
            <a:solidFill>
              <a:schemeClr val="bg1"/>
            </a:solidFill>
            <a:miter lim="800000"/>
          </a:ln>
          <a:effectLst>
            <a:outerShdw blurRad="88900" sx="101000" sy="101000" algn="tl" rotWithShape="0">
              <a:schemeClr val="accent1">
                <a:lumMod val="50000"/>
                <a:alpha val="15000"/>
              </a:schemeClr>
            </a:outerShdw>
          </a:effectLst>
        </p:spPr>
        <p:txBody>
          <a:bodyPr tIns="457200"/>
          <a:lstStyle>
            <a:lvl1pPr marL="4572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2/6/2026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8353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145" y="753228"/>
            <a:ext cx="9611357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145" y="2336873"/>
            <a:ext cx="9611357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9014" y="5936188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53D76A-AFCE-4D96-B917-CBEF96F7D1EB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144" y="5936189"/>
            <a:ext cx="68688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6662" y="753228"/>
            <a:ext cx="1153850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A965E-3C11-4F28-82DC-E30D63FAC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928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88" r:id="rId1"/>
    <p:sldLayoutId id="2147483989" r:id="rId2"/>
    <p:sldLayoutId id="2147483990" r:id="rId3"/>
    <p:sldLayoutId id="2147483991" r:id="rId4"/>
    <p:sldLayoutId id="2147483992" r:id="rId5"/>
    <p:sldLayoutId id="2147483993" r:id="rId6"/>
    <p:sldLayoutId id="2147483994" r:id="rId7"/>
    <p:sldLayoutId id="2147483995" r:id="rId8"/>
    <p:sldLayoutId id="2147483996" r:id="rId9"/>
    <p:sldLayoutId id="2147483997" r:id="rId10"/>
    <p:sldLayoutId id="2147483998" r:id="rId11"/>
    <p:sldLayoutId id="2147483999" r:id="rId12"/>
    <p:sldLayoutId id="2147484000" r:id="rId13"/>
    <p:sldLayoutId id="2147484001" r:id="rId14"/>
    <p:sldLayoutId id="2147484002" r:id="rId15"/>
    <p:sldLayoutId id="2147484003" r:id="rId16"/>
    <p:sldLayoutId id="2147484004" r:id="rId17"/>
    <p:sldLayoutId id="2147484005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2">
                <a:lumMod val="25000"/>
              </a:schemeClr>
            </a:gs>
            <a:gs pos="30000">
              <a:srgbClr val="760000"/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531019" y="4733056"/>
            <a:ext cx="4267200" cy="1905000"/>
          </a:xfrm>
        </p:spPr>
        <p:txBody>
          <a:bodyPr>
            <a:noAutofit/>
          </a:bodyPr>
          <a:lstStyle/>
          <a:p>
            <a:pPr algn="l"/>
            <a:br>
              <a:rPr lang="en-US" sz="1800" b="1" dirty="0">
                <a:latin typeface="+mn-lt"/>
                <a:cs typeface="Aldhabi" panose="01000000000000000000" pitchFamily="2" charset="-78"/>
              </a:rPr>
            </a:br>
            <a:r>
              <a:rPr lang="en-US" sz="1900" b="1" dirty="0">
                <a:latin typeface="+mn-lt"/>
                <a:cs typeface="Aldhabi" panose="01000000000000000000" pitchFamily="2" charset="-78"/>
              </a:rPr>
              <a:t>Submitted by : Group 1</a:t>
            </a:r>
            <a:br>
              <a:rPr lang="en-US" sz="1900" b="1" dirty="0">
                <a:latin typeface="+mn-lt"/>
                <a:cs typeface="Aldhabi" panose="01000000000000000000" pitchFamily="2" charset="-78"/>
              </a:rPr>
            </a:br>
            <a:br>
              <a:rPr lang="en-US" sz="1900" b="1" dirty="0">
                <a:latin typeface="+mn-lt"/>
                <a:cs typeface="Aldhabi" panose="01000000000000000000" pitchFamily="2" charset="-78"/>
              </a:rPr>
            </a:br>
            <a:br>
              <a:rPr lang="en-US" sz="1900" dirty="0"/>
            </a:br>
            <a:r>
              <a:rPr lang="en-IN" sz="1900" b="1" dirty="0">
                <a:solidFill>
                  <a:schemeClr val="tx1"/>
                </a:solidFill>
              </a:rPr>
              <a:t>Ansh Patil</a:t>
            </a:r>
            <a:br>
              <a:rPr lang="en-IN" sz="1900" b="1" dirty="0">
                <a:solidFill>
                  <a:schemeClr val="tx1"/>
                </a:solidFill>
              </a:rPr>
            </a:br>
            <a:r>
              <a:rPr lang="en-IN" sz="1900" b="1" dirty="0">
                <a:solidFill>
                  <a:schemeClr val="tx1"/>
                </a:solidFill>
              </a:rPr>
              <a:t>Karri </a:t>
            </a:r>
            <a:r>
              <a:rPr lang="en-US" sz="1900" b="1" dirty="0">
                <a:solidFill>
                  <a:schemeClr val="tx1"/>
                </a:solidFill>
              </a:rPr>
              <a:t>Veditha</a:t>
            </a:r>
            <a:br>
              <a:rPr lang="en-IN" sz="1900" b="1" dirty="0">
                <a:solidFill>
                  <a:schemeClr val="tx1"/>
                </a:solidFill>
              </a:rPr>
            </a:br>
            <a:r>
              <a:rPr lang="en-IN" sz="1900" b="1" dirty="0">
                <a:solidFill>
                  <a:schemeClr val="tx1"/>
                </a:solidFill>
              </a:rPr>
              <a:t>Kurva Shekar</a:t>
            </a:r>
            <a:br>
              <a:rPr lang="en-IN" sz="1900" b="1" dirty="0">
                <a:solidFill>
                  <a:schemeClr val="tx1"/>
                </a:solidFill>
              </a:rPr>
            </a:br>
            <a:r>
              <a:rPr lang="en-IN" sz="1900" b="1" dirty="0">
                <a:solidFill>
                  <a:schemeClr val="tx1"/>
                </a:solidFill>
              </a:rPr>
              <a:t>Sudeshna Dutta</a:t>
            </a:r>
            <a:br>
              <a:rPr lang="en-IN" sz="1900" b="1" dirty="0">
                <a:solidFill>
                  <a:schemeClr val="tx1"/>
                </a:solidFill>
              </a:rPr>
            </a:br>
            <a:r>
              <a:rPr lang="en-IN" sz="1900" b="1" dirty="0">
                <a:solidFill>
                  <a:schemeClr val="tx1"/>
                </a:solidFill>
              </a:rPr>
              <a:t>Sultan Khan</a:t>
            </a:r>
            <a:br>
              <a:rPr lang="en-IN" sz="1900" b="1" dirty="0">
                <a:solidFill>
                  <a:schemeClr val="tx1"/>
                </a:solidFill>
              </a:rPr>
            </a:br>
            <a:r>
              <a:rPr lang="en-IN" sz="1900" b="1" dirty="0">
                <a:solidFill>
                  <a:schemeClr val="tx1"/>
                </a:solidFill>
              </a:rPr>
              <a:t>Swathi S</a:t>
            </a:r>
            <a:br>
              <a:rPr lang="en-IN" sz="1900" b="1" dirty="0">
                <a:solidFill>
                  <a:schemeClr val="tx1"/>
                </a:solidFill>
              </a:rPr>
            </a:br>
            <a:r>
              <a:rPr lang="en-IN" sz="1900" b="1" dirty="0">
                <a:solidFill>
                  <a:schemeClr val="tx1"/>
                </a:solidFill>
              </a:rPr>
              <a:t>Vandana Badole</a:t>
            </a:r>
            <a:br>
              <a:rPr lang="en-IN" sz="1800" b="1" dirty="0">
                <a:solidFill>
                  <a:schemeClr val="tx1"/>
                </a:solidFill>
              </a:rPr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endParaRPr lang="en-US" sz="16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6399212" y="4196751"/>
            <a:ext cx="4495801" cy="884956"/>
          </a:xfrm>
        </p:spPr>
        <p:txBody>
          <a:bodyPr>
            <a:noAutofit/>
          </a:bodyPr>
          <a:lstStyle/>
          <a:p>
            <a:pPr algn="l"/>
            <a:r>
              <a:rPr lang="en-US" sz="1900" b="1" dirty="0"/>
              <a:t>Submitted to:</a:t>
            </a:r>
          </a:p>
          <a:p>
            <a:pPr algn="l"/>
            <a:endParaRPr lang="en-US" sz="1900" dirty="0"/>
          </a:p>
          <a:p>
            <a:pPr algn="l"/>
            <a:r>
              <a:rPr lang="en-US" sz="1900" b="1" dirty="0"/>
              <a:t>ExcelR Project Team</a:t>
            </a:r>
          </a:p>
          <a:p>
            <a:br>
              <a:rPr lang="en-US" sz="1900" dirty="0"/>
            </a:br>
            <a:endParaRPr lang="en-US" sz="1900" dirty="0"/>
          </a:p>
          <a:p>
            <a:endParaRPr lang="en-US" sz="2800" dirty="0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>
          <a:xfrm>
            <a:off x="4722812" y="1494556"/>
            <a:ext cx="2592388" cy="1489253"/>
          </a:xfrm>
        </p:spPr>
        <p:txBody>
          <a:bodyPr/>
          <a:lstStyle/>
          <a:p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798219" y="1518174"/>
            <a:ext cx="2592388" cy="1489253"/>
          </a:xfrm>
        </p:spPr>
        <p:txBody>
          <a:bodyPr/>
          <a:lstStyle/>
          <a:p>
            <a:endParaRPr lang="en-SG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4722812" y="1886153"/>
            <a:ext cx="2592388" cy="727254"/>
          </a:xfrm>
        </p:spPr>
        <p:txBody>
          <a:bodyPr>
            <a:normAutofit fontScale="85000" lnSpcReduction="20000"/>
          </a:bodyPr>
          <a:lstStyle/>
          <a:p>
            <a:endParaRPr lang="en-SG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8882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81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64DAFB-AD9A-4E52-B026-8641CCD67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4294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B1C8FC-E1FE-470B-AB3B-D4B1D8C9D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38393" y="321733"/>
            <a:ext cx="9529068" cy="845983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 anchor="b">
            <a:noAutofit/>
          </a:bodyPr>
          <a:lstStyle/>
          <a:p>
            <a:pPr algn="ctr"/>
            <a:r>
              <a:rPr lang="en-US" sz="3600" b="1" dirty="0"/>
              <a:t>Zomato Analysis –</a:t>
            </a:r>
            <a:r>
              <a:rPr lang="en-US" sz="3600" b="1" dirty="0">
                <a:latin typeface="+mn-lt"/>
              </a:rPr>
              <a:t>Business</a:t>
            </a:r>
            <a:r>
              <a:rPr lang="en-US" sz="3600" b="1" dirty="0"/>
              <a:t> Use Cases &amp; KPI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ED1086-4FBF-41E3-B23D-0AF086E76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69" y="2846786"/>
            <a:ext cx="1602579" cy="1442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00C04C-9973-40F3-8121-55AC6A472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51041"/>
            <a:ext cx="9934299" cy="32116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D6B57F6-C734-4FDA-9495-94E602DC5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89448"/>
            <a:ext cx="9934299" cy="4381221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80143" y="1960966"/>
            <a:ext cx="8598815" cy="3418626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Zomato analysis is used to understand customer ordering behavior, restaurant performance, and city-wise demand patterns. It helps identify popular cuisines, peak order times, and high-revenue restaurants. The analysis also evaluates delivery efficiency and the impact of discounts on sales. These insights support better decision-making to improve customer satisfaction and business growth.</a:t>
            </a:r>
          </a:p>
          <a:p>
            <a:pPr marL="0" indent="0">
              <a:buNone/>
            </a:pPr>
            <a:endParaRPr lang="en-US" sz="16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       </a:t>
            </a:r>
            <a:r>
              <a:rPr lang="en-US" sz="1600" b="1" u="sng" dirty="0">
                <a:solidFill>
                  <a:srgbClr val="FFFFFF"/>
                </a:solidFill>
              </a:rPr>
              <a:t>KPI LIST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</a:rPr>
              <a:t>Profit Margin (%)                                        6. Total Orders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</a:rPr>
              <a:t>Monthly / Quarterly Sales Growth               7. Month-over-Month Growth (%)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</a:rPr>
              <a:t>Total Sales                                                 8. Sales by Region / Category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</a:rPr>
              <a:t>Average Rating                                          9. Profit vs Target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</a:rPr>
              <a:t>Online Delivery Availability (%)                   10. Restaurants by City &amp; Country</a:t>
            </a:r>
          </a:p>
          <a:p>
            <a:pPr marL="0" indent="0">
              <a:buNone/>
            </a:pPr>
            <a:endParaRPr lang="en-US" sz="1600" u="sng" dirty="0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C984CB-7FE4-4AD0-8CF7-11AD55736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6245" y="1489448"/>
            <a:ext cx="1602580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6252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760000"/>
            </a:gs>
            <a:gs pos="10000">
              <a:srgbClr val="760000"/>
            </a:gs>
            <a:gs pos="29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800" b="1" dirty="0">
                <a:latin typeface="+mn-lt"/>
              </a:rPr>
              <a:t>Project Objectives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B31F4A0-5F06-9BFD-5746-9D1D47F60B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4539431"/>
              </p:ext>
            </p:extLst>
          </p:nvPr>
        </p:nvGraphicFramePr>
        <p:xfrm>
          <a:off x="379413" y="2133601"/>
          <a:ext cx="10058400" cy="4343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and transform raw business data into meaningful insights using Excel, Tableau, and Power BI.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90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0143" y="753228"/>
            <a:ext cx="9611358" cy="1080938"/>
          </a:xfrm>
        </p:spPr>
        <p:txBody>
          <a:bodyPr>
            <a:normAutofit/>
          </a:bodyPr>
          <a:lstStyle/>
          <a:p>
            <a:pPr algn="ctr"/>
            <a:r>
              <a:rPr lang="en-US" sz="3800" b="1" dirty="0">
                <a:latin typeface="+mn-lt"/>
              </a:rPr>
              <a:t>ETL Process</a:t>
            </a:r>
          </a:p>
        </p:txBody>
      </p: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83A9171F-293D-14C1-7B1E-2D319D2157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8533463"/>
              </p:ext>
            </p:extLst>
          </p:nvPr>
        </p:nvGraphicFramePr>
        <p:xfrm>
          <a:off x="227013" y="2336801"/>
          <a:ext cx="10591799" cy="353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9094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E64DAFB-AD9A-4E52-B026-8641CCD67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4294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3B1C8FC-E1FE-470B-AB3B-D4B1D8C9D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0144" y="321733"/>
            <a:ext cx="9254156" cy="845983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 anchor="b">
            <a:normAutofit/>
          </a:bodyPr>
          <a:lstStyle/>
          <a:p>
            <a:pPr algn="ctr"/>
            <a:r>
              <a:rPr lang="en-US" sz="3800" dirty="0">
                <a:latin typeface="+mn-lt"/>
              </a:rPr>
              <a:t>Challenges &amp; Solutions</a:t>
            </a:r>
            <a:endParaRPr lang="en-US" sz="3800" b="1" dirty="0">
              <a:latin typeface="+mn-l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6ED1086-4FBF-41E3-B23D-0AF086E76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69" y="2846786"/>
            <a:ext cx="1602579" cy="14427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900C04C-9973-40F3-8121-55AC6A472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51041"/>
            <a:ext cx="9934299" cy="321164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CD6B57F6-C734-4FDA-9495-94E602DC5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89448"/>
            <a:ext cx="9934299" cy="4381221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694371" y="1600200"/>
            <a:ext cx="8598815" cy="3418626"/>
          </a:xfrm>
        </p:spPr>
        <p:txBody>
          <a:bodyPr anchor="t"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1500" b="1" dirty="0">
                <a:solidFill>
                  <a:srgbClr val="FFFFFF"/>
                </a:solidFill>
              </a:rPr>
              <a:t>Challenge: Inconsistent and unclean data (missing values, duplicates, incorrect formats).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92D050"/>
                </a:solidFill>
              </a:rPr>
              <a:t>    Solution: </a:t>
            </a:r>
            <a:r>
              <a:rPr lang="en-US" sz="1500" dirty="0">
                <a:solidFill>
                  <a:srgbClr val="FFFFFF"/>
                </a:solidFill>
              </a:rPr>
              <a:t>Performed data cleaning using Excel formulas and Power Query to remove duplicates, handle nulls, and standardize data types.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500" b="1" dirty="0">
                <a:solidFill>
                  <a:srgbClr val="FFFFFF"/>
                </a:solidFill>
              </a:rPr>
              <a:t>Challenge: Data from multiple sources with different structures and naming conventions.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     </a:t>
            </a:r>
            <a:r>
              <a:rPr lang="en-US" sz="1500" dirty="0">
                <a:solidFill>
                  <a:srgbClr val="92D050"/>
                </a:solidFill>
              </a:rPr>
              <a:t>Solution:</a:t>
            </a:r>
            <a:r>
              <a:rPr lang="en-US" sz="1500" dirty="0">
                <a:solidFill>
                  <a:srgbClr val="FFFFFF"/>
                </a:solidFill>
              </a:rPr>
              <a:t> Standardized column names and formats and created a structured data model before building dashboards.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500" b="1" dirty="0">
                <a:solidFill>
                  <a:srgbClr val="FFFFFF"/>
                </a:solidFill>
              </a:rPr>
              <a:t>Challenge: Incorrect KPI calculations and aggregation issues.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    </a:t>
            </a:r>
            <a:r>
              <a:rPr lang="en-US" sz="1500" dirty="0">
                <a:solidFill>
                  <a:srgbClr val="92D050"/>
                </a:solidFill>
              </a:rPr>
              <a:t>Solution: </a:t>
            </a:r>
            <a:r>
              <a:rPr lang="en-US" sz="1500" dirty="0">
                <a:solidFill>
                  <a:srgbClr val="FFFFFF"/>
                </a:solidFill>
              </a:rPr>
              <a:t>Created accurate calculated fields and DAX measures to ensure correct totals, averages, and growth calculations.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500" b="1" dirty="0">
                <a:solidFill>
                  <a:srgbClr val="FFFFFF"/>
                </a:solidFill>
              </a:rPr>
              <a:t>Challenge: Creating the calendar table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92D050"/>
                </a:solidFill>
              </a:rPr>
              <a:t>    Solution:</a:t>
            </a:r>
            <a:r>
              <a:rPr lang="en-US" sz="1500" dirty="0">
                <a:solidFill>
                  <a:srgbClr val="FFFFFF"/>
                </a:solidFill>
              </a:rPr>
              <a:t> Created the calendar table in excel, Power BI and tableau with the help of formula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500" b="1" dirty="0">
                <a:solidFill>
                  <a:srgbClr val="FFFFFF"/>
                </a:solidFill>
              </a:rPr>
              <a:t>Challenge: Difficulty in deriving meaningful insights from raw data.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92D050"/>
                </a:solidFill>
              </a:rPr>
              <a:t>  Solution:</a:t>
            </a:r>
            <a:r>
              <a:rPr lang="en-US" sz="1500" dirty="0">
                <a:solidFill>
                  <a:srgbClr val="FFFFFF"/>
                </a:solidFill>
              </a:rPr>
              <a:t> Designed interactive dashboards with filters, slicers, and drill-downs to highlight trends and top performers.</a:t>
            </a:r>
            <a:endParaRPr lang="en-US" sz="1500" u="sng" dirty="0">
              <a:solidFill>
                <a:srgbClr val="FFFFFF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6C984CB-7FE4-4AD0-8CF7-11AD55736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6245" y="1489448"/>
            <a:ext cx="1602580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268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50000"/>
                <a:lumOff val="50000"/>
              </a:schemeClr>
            </a:gs>
            <a:gs pos="14000">
              <a:srgbClr val="760000"/>
            </a:gs>
            <a:gs pos="5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800" b="1" dirty="0">
                <a:latin typeface="+mn-lt"/>
              </a:rPr>
              <a:t>EXCEL DASHBOARD</a:t>
            </a:r>
          </a:p>
        </p:txBody>
      </p:sp>
      <p:graphicFrame>
        <p:nvGraphicFramePr>
          <p:cNvPr id="6" name="Content Placeholder 5" descr="Clustered column chart showing the values of 3 series for 4 categories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8836294"/>
              </p:ext>
            </p:extLst>
          </p:nvPr>
        </p:nvGraphicFramePr>
        <p:xfrm>
          <a:off x="227012" y="2057400"/>
          <a:ext cx="10210800" cy="472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5977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50000"/>
                <a:lumOff val="50000"/>
              </a:schemeClr>
            </a:gs>
            <a:gs pos="14000">
              <a:srgbClr val="760000"/>
            </a:gs>
            <a:gs pos="5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800" b="1" dirty="0">
                <a:latin typeface="+mn-lt"/>
              </a:rPr>
              <a:t>POWER BI DASHBOARD</a:t>
            </a:r>
          </a:p>
        </p:txBody>
      </p:sp>
      <p:graphicFrame>
        <p:nvGraphicFramePr>
          <p:cNvPr id="6" name="Content Placeholder 5" descr="Clustered column chart showing the values of 3 series for 4 categories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6673232"/>
              </p:ext>
            </p:extLst>
          </p:nvPr>
        </p:nvGraphicFramePr>
        <p:xfrm>
          <a:off x="74612" y="2057400"/>
          <a:ext cx="10363200" cy="472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85349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50000"/>
                <a:lumOff val="50000"/>
              </a:schemeClr>
            </a:gs>
            <a:gs pos="14000">
              <a:srgbClr val="760000"/>
            </a:gs>
            <a:gs pos="5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145" y="753228"/>
            <a:ext cx="9757667" cy="1080938"/>
          </a:xfrm>
        </p:spPr>
        <p:txBody>
          <a:bodyPr>
            <a:noAutofit/>
          </a:bodyPr>
          <a:lstStyle/>
          <a:p>
            <a:pPr algn="ctr"/>
            <a:r>
              <a:rPr lang="en-US" sz="3800" b="1" dirty="0">
                <a:latin typeface="+mn-lt"/>
              </a:rPr>
              <a:t>Zomato Growth &amp; Performance Dashboard</a:t>
            </a:r>
            <a:endParaRPr lang="en-US" sz="3800" dirty="0">
              <a:latin typeface="+mn-lt"/>
            </a:endParaRPr>
          </a:p>
        </p:txBody>
      </p:sp>
      <p:graphicFrame>
        <p:nvGraphicFramePr>
          <p:cNvPr id="6" name="Content Placeholder 5" descr="Clustered column chart showing the values of 3 series for 4 categories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5863499"/>
              </p:ext>
            </p:extLst>
          </p:nvPr>
        </p:nvGraphicFramePr>
        <p:xfrm>
          <a:off x="74612" y="2057400"/>
          <a:ext cx="10363200" cy="472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4314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50000"/>
                <a:lumOff val="50000"/>
              </a:schemeClr>
            </a:gs>
            <a:gs pos="14000">
              <a:srgbClr val="760000"/>
            </a:gs>
            <a:gs pos="5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TABLEAU DASHBOARD</a:t>
            </a:r>
          </a:p>
        </p:txBody>
      </p:sp>
      <p:graphicFrame>
        <p:nvGraphicFramePr>
          <p:cNvPr id="6" name="Content Placeholder 5" descr="Clustered column chart showing the values of 3 series for 4 categories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6758010"/>
              </p:ext>
            </p:extLst>
          </p:nvPr>
        </p:nvGraphicFramePr>
        <p:xfrm>
          <a:off x="608012" y="2133600"/>
          <a:ext cx="104394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3223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65000"/>
                <a:lumOff val="35000"/>
              </a:schemeClr>
            </a:gs>
            <a:gs pos="16000">
              <a:srgbClr val="760000"/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3B229B-C8C0-747E-1F10-C4C4771E915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0145" y="2336873"/>
          <a:ext cx="9611357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240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55C2497-A31D-411B-B7CC-5CB04199A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111" y="609600"/>
            <a:ext cx="9657389" cy="560493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63500" dir="5040000" algn="ctr" rotWithShape="0">
              <a:srgbClr val="000000">
                <a:alpha val="4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4137" r="-1" b="10527"/>
          <a:stretch>
            <a:fillRect/>
          </a:stretch>
        </p:blipFill>
        <p:spPr>
          <a:xfrm>
            <a:off x="955760" y="931333"/>
            <a:ext cx="9014089" cy="496146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02A4D1-2C2E-40B4-9C63-D31CDB407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069" y="1971234"/>
            <a:ext cx="1602579" cy="1442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7C4A954-C4D8-4B3C-8268-C93B77D49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3070" y="609600"/>
            <a:ext cx="1602579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7050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FoodGourmet">
      <a:dk1>
        <a:srgbClr val="4D0511"/>
      </a:dk1>
      <a:lt1>
        <a:sysClr val="window" lastClr="FFFFFF"/>
      </a:lt1>
      <a:dk2>
        <a:srgbClr val="000000"/>
      </a:dk2>
      <a:lt2>
        <a:srgbClr val="DDDDDD"/>
      </a:lt2>
      <a:accent1>
        <a:srgbClr val="CA2A1E"/>
      </a:accent1>
      <a:accent2>
        <a:srgbClr val="EE6612"/>
      </a:accent2>
      <a:accent3>
        <a:srgbClr val="EBA61D"/>
      </a:accent3>
      <a:accent4>
        <a:srgbClr val="70A22E"/>
      </a:accent4>
      <a:accent5>
        <a:srgbClr val="359986"/>
      </a:accent5>
      <a:accent6>
        <a:srgbClr val="8159A4"/>
      </a:accent6>
      <a:hlink>
        <a:srgbClr val="3777BD"/>
      </a:hlink>
      <a:folHlink>
        <a:srgbClr val="B2B2B2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FoodGourmet">
      <a:dk1>
        <a:srgbClr val="4D0511"/>
      </a:dk1>
      <a:lt1>
        <a:sysClr val="window" lastClr="FFFFFF"/>
      </a:lt1>
      <a:dk2>
        <a:srgbClr val="000000"/>
      </a:dk2>
      <a:lt2>
        <a:srgbClr val="DDDDDD"/>
      </a:lt2>
      <a:accent1>
        <a:srgbClr val="CA2A1E"/>
      </a:accent1>
      <a:accent2>
        <a:srgbClr val="EE6612"/>
      </a:accent2>
      <a:accent3>
        <a:srgbClr val="EBA61D"/>
      </a:accent3>
      <a:accent4>
        <a:srgbClr val="70A22E"/>
      </a:accent4>
      <a:accent5>
        <a:srgbClr val="359986"/>
      </a:accent5>
      <a:accent6>
        <a:srgbClr val="8159A4"/>
      </a:accent6>
      <a:hlink>
        <a:srgbClr val="3777BD"/>
      </a:hlink>
      <a:folHlink>
        <a:srgbClr val="B2B2B2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267</TotalTime>
  <Words>678</Words>
  <Application>Microsoft Office PowerPoint</Application>
  <PresentationFormat>Custom</PresentationFormat>
  <Paragraphs>58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Cambria</vt:lpstr>
      <vt:lpstr>Trebuchet MS</vt:lpstr>
      <vt:lpstr>Wingdings</vt:lpstr>
      <vt:lpstr>Berlin</vt:lpstr>
      <vt:lpstr> Submitted by : Group 1   Ansh Patil Karri Veditha Kurva Shekar Sudeshna Dutta Sultan Khan Swathi S Vandana Badole    </vt:lpstr>
      <vt:lpstr>Zomato Analysis –Business Use Cases &amp; KPI</vt:lpstr>
      <vt:lpstr>Project Objectives</vt:lpstr>
      <vt:lpstr>ETL Process</vt:lpstr>
      <vt:lpstr>Challenges &amp; Solutions</vt:lpstr>
      <vt:lpstr>EXCEL DASHBOARD</vt:lpstr>
      <vt:lpstr>POWER BI DASHBOARD</vt:lpstr>
      <vt:lpstr>Zomato Growth &amp; Performance Dashboard</vt:lpstr>
      <vt:lpstr>TABLEAU DASHBOARD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Submitted by : Group 1  Swathi S Vandana Shekar Sultan Sudeshna Ansh veditha</dc:title>
  <dc:creator>user.gtpl</dc:creator>
  <cp:lastModifiedBy>a</cp:lastModifiedBy>
  <cp:revision>27</cp:revision>
  <dcterms:created xsi:type="dcterms:W3CDTF">2026-02-04T05:49:09Z</dcterms:created>
  <dcterms:modified xsi:type="dcterms:W3CDTF">2026-02-06T06:10:10Z</dcterms:modified>
</cp:coreProperties>
</file>